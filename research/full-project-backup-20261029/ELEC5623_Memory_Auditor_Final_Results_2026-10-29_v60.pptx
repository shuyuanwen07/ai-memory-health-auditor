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f4335da890451b" /><Relationship Type="http://schemas.openxmlformats.org/officeDocument/2006/relationships/extended-properties" Target="/docProps/app.xml" Id="Rb55869ae5a384cf4" /><Relationship Type="http://schemas.openxmlformats.org/officeDocument/2006/relationships/officeDocument" Target="/ppt/presentation.xml" Id="R014c9cde1de44673" /></Relationships>
</file>

<file path=ppt/presentation.xml><?xml version="1.0" encoding="utf-8"?>
<p:presentation xmlns:p="http://schemas.openxmlformats.org/presentationml/2006/main">
  <p:sldMasterIdLst>
    <p:sldMasterId xmlns:r="http://schemas.openxmlformats.org/officeDocument/2006/relationships" id="2147483648" r:id="R05ae00bd559c48e3"/>
  </p:sldMasterIdLst>
  <p:notesMasterIdLst>
    <p:notesMasterId xmlns:r="http://schemas.openxmlformats.org/officeDocument/2006/relationships" r:id="R8a58866940e64afd"/>
  </p:notesMasterIdLst>
  <p:sldIdLst>
    <p:sldId xmlns:r="http://schemas.openxmlformats.org/officeDocument/2006/relationships" id="256" r:id="R715beccbd2fe4b16"/>
    <p:sldId xmlns:r="http://schemas.openxmlformats.org/officeDocument/2006/relationships" id="257" r:id="Re2041048f33f4ded"/>
    <p:sldId xmlns:r="http://schemas.openxmlformats.org/officeDocument/2006/relationships" id="258" r:id="R362866164f1345e9"/>
    <p:sldId xmlns:r="http://schemas.openxmlformats.org/officeDocument/2006/relationships" id="259" r:id="R7c3ed38fde404314"/>
    <p:sldId xmlns:r="http://schemas.openxmlformats.org/officeDocument/2006/relationships" id="260" r:id="R335cd17362644fdd"/>
    <p:sldId xmlns:r="http://schemas.openxmlformats.org/officeDocument/2006/relationships" id="261" r:id="R8d303adf557a4729"/>
    <p:sldId xmlns:r="http://schemas.openxmlformats.org/officeDocument/2006/relationships" id="262" r:id="R1147fc6779b4439a"/>
    <p:sldId xmlns:r="http://schemas.openxmlformats.org/officeDocument/2006/relationships" id="263" r:id="R306d01045ab84734"/>
    <p:sldId xmlns:r="http://schemas.openxmlformats.org/officeDocument/2006/relationships" id="264" r:id="Rfdd6c1bd4b644153"/>
    <p:sldId xmlns:r="http://schemas.openxmlformats.org/officeDocument/2006/relationships" id="265" r:id="Re3819a9a8d2f43f4"/>
    <p:sldId xmlns:r="http://schemas.openxmlformats.org/officeDocument/2006/relationships" id="266" r:id="R93e8531127064264"/>
    <p:sldId xmlns:r="http://schemas.openxmlformats.org/officeDocument/2006/relationships" id="267" r:id="R074dde052db24cd6"/>
    <p:sldId xmlns:r="http://schemas.openxmlformats.org/officeDocument/2006/relationships" id="268" r:id="Rd322c6cd5a7f40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bf446f7fc340f9" /><Relationship Type="http://schemas.openxmlformats.org/officeDocument/2006/relationships/slideMaster" Target="/ppt/slideMasters/slideMaster1.xml" Id="R05ae00bd559c48e3" /><Relationship Type="http://schemas.openxmlformats.org/officeDocument/2006/relationships/notesMaster" Target="/ppt/notesMasters/notesMaster1.xml" Id="R8a58866940e64afd" /><Relationship Type="http://schemas.openxmlformats.org/officeDocument/2006/relationships/presProps" Target="/ppt/presProps.xml" Id="Reb4adac7bf2c494c" /><Relationship Type="http://schemas.openxmlformats.org/officeDocument/2006/relationships/tableStyles" Target="/ppt/tableStyles.xml" Id="Rda820a8fe15c4371" /><Relationship Type="http://schemas.openxmlformats.org/officeDocument/2006/relationships/slide" Target="/ppt/slides/slide1.xml" Id="R715beccbd2fe4b16" /><Relationship Type="http://schemas.openxmlformats.org/officeDocument/2006/relationships/slide" Target="/ppt/slides/slide2.xml" Id="Re2041048f33f4ded" /><Relationship Type="http://schemas.openxmlformats.org/officeDocument/2006/relationships/slide" Target="/ppt/slides/slide3.xml" Id="R362866164f1345e9" /><Relationship Type="http://schemas.openxmlformats.org/officeDocument/2006/relationships/slide" Target="/ppt/slides/slide4.xml" Id="R7c3ed38fde404314" /><Relationship Type="http://schemas.openxmlformats.org/officeDocument/2006/relationships/slide" Target="/ppt/slides/slide5.xml" Id="R335cd17362644fdd" /><Relationship Type="http://schemas.openxmlformats.org/officeDocument/2006/relationships/slide" Target="/ppt/slides/slide6.xml" Id="R8d303adf557a4729" /><Relationship Type="http://schemas.openxmlformats.org/officeDocument/2006/relationships/slide" Target="/ppt/slides/slide7.xml" Id="R1147fc6779b4439a" /><Relationship Type="http://schemas.openxmlformats.org/officeDocument/2006/relationships/slide" Target="/ppt/slides/slide8.xml" Id="R306d01045ab84734" /><Relationship Type="http://schemas.openxmlformats.org/officeDocument/2006/relationships/slide" Target="/ppt/slides/slide9.xml" Id="Rfdd6c1bd4b644153" /><Relationship Type="http://schemas.openxmlformats.org/officeDocument/2006/relationships/slide" Target="/ppt/slides/slide10.xml" Id="Re3819a9a8d2f43f4" /><Relationship Type="http://schemas.openxmlformats.org/officeDocument/2006/relationships/slide" Target="/ppt/slides/slide11.xml" Id="R93e8531127064264" /><Relationship Type="http://schemas.openxmlformats.org/officeDocument/2006/relationships/slide" Target="/ppt/slides/slide12.xml" Id="R074dde052db24cd6" /><Relationship Type="http://schemas.openxmlformats.org/officeDocument/2006/relationships/slide" Target="/ppt/slides/slide13.xml" Id="Rd322c6cd5a7f40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41640628a240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9ff7a1d11647bd" /><Relationship Type="http://schemas.openxmlformats.org/officeDocument/2006/relationships/notesMaster" Target="/ppt/notesMasters/notesMaster1.xml" Id="Re08c297c71fc49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148107d6db4a19" /><Relationship Type="http://schemas.openxmlformats.org/officeDocument/2006/relationships/notesMaster" Target="/ppt/notesMasters/notesMaster1.xml" Id="Rfbfd6e65008c43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47127b0f45431a" /><Relationship Type="http://schemas.openxmlformats.org/officeDocument/2006/relationships/notesMaster" Target="/ppt/notesMasters/notesMaster1.xml" Id="R484eca3acef941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13e366507843b7" /><Relationship Type="http://schemas.openxmlformats.org/officeDocument/2006/relationships/notesMaster" Target="/ppt/notesMasters/notesMaster1.xml" Id="Raaa6dbab9a544a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d774a7973e4319" /><Relationship Type="http://schemas.openxmlformats.org/officeDocument/2006/relationships/notesMaster" Target="/ppt/notesMasters/notesMaster1.xml" Id="Rff30fab0d5d24d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6e0c523ef2488c" /><Relationship Type="http://schemas.openxmlformats.org/officeDocument/2006/relationships/notesMaster" Target="/ppt/notesMasters/notesMaster1.xml" Id="Rbb5032dbb22a45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21302b41b04405" /><Relationship Type="http://schemas.openxmlformats.org/officeDocument/2006/relationships/notesMaster" Target="/ppt/notesMasters/notesMaster1.xml" Id="R334bc7fddf164d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b2f4b9ea374d23" /><Relationship Type="http://schemas.openxmlformats.org/officeDocument/2006/relationships/notesMaster" Target="/ppt/notesMasters/notesMaster1.xml" Id="R0a5fc3d1f5d847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ceea066a6343b3" /><Relationship Type="http://schemas.openxmlformats.org/officeDocument/2006/relationships/notesMaster" Target="/ppt/notesMasters/notesMaster1.xml" Id="R9a48f4703f9a45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c2303ab8c64b6d" /><Relationship Type="http://schemas.openxmlformats.org/officeDocument/2006/relationships/notesMaster" Target="/ppt/notesMasters/notesMaster1.xml" Id="Ra4fde1fed05445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51a59b0e4f45ae" /><Relationship Type="http://schemas.openxmlformats.org/officeDocument/2006/relationships/notesMaster" Target="/ppt/notesMasters/notesMaster1.xml" Id="R85bc35725c4c4a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c28619f2924877" /><Relationship Type="http://schemas.openxmlformats.org/officeDocument/2006/relationships/notesMaster" Target="/ppt/notesMasters/notesMaster1.xml" Id="Rcc867c8159ba43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b9908e7f3346ce" /><Relationship Type="http://schemas.openxmlformats.org/officeDocument/2006/relationships/notesMaster" Target="/ppt/notesMasters/notesMaster1.xml" Id="Rb23d2b95bc2f4d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a:t>
            </a:r>
          </a:p>
          <a:p xmlns:a="http://schemas.openxmlformats.org/drawingml/2006/main">
            <a:r>
              <a:t>Today we present the AI Memory Health Auditor. Our project asks whether we can inspect how an assistant uses remembered information, identify failures and test whether a change improves the observed behaviour. We will explain the problem, the system, our experimental design, our results and the limitations. Our results include both improvements and findings that did not support the original hypothesis. The figures in the presentation match the current dashboard and use selected synthetic histories and a selected benchmark subset.</a:t>
            </a:r>
          </a:p>
          <a:p xmlns:a="http://schemas.openxmlformats.org/drawingml/2006/main">
            <a:r>
              <a:t>Source: docs/EXPERIMENT_REPORT_2026-10-28.md; Dashboard compact-final-dashboard-v1.json.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a:t>
            </a:r>
          </a:p>
          <a:p xmlns:a="http://schemas.openxmlformats.org/drawingml/2006/main">
            <a:r>
              <a:t>An assistant may remember a fact correctly yet apply it to the wrong task. In this illustrative example, a user generally prefers Python, while a particular project requires Java. If the assistant recommends Python for that project, the problem is not simply whether a fact exists in storage. It is whether the assistant uses the applicable fact in context. Updates and conflicting records create similar risks. The auditor exposes these cases in a repeatable workflow and keeps the evidence needed to inspect the decision.</a:t>
            </a:r>
          </a:p>
          <a:p xmlns:a="http://schemas.openxmlformats.org/drawingml/2006/main">
            <a:r>
              <a:t>Source: project proposal and docs/EXPERIMENT_REPORT_2026-10-28.md.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a:t>
            </a:r>
          </a:p>
          <a:p xmlns:a="http://schemas.openxmlformats.org/drawingml/2006/main">
            <a:r>
              <a:t>The audit begins with an authorised conversation. The system proposes facts and relationships such as an update or conflict, and an operator confirms or edits the memory. It then generates tests, sends the questions to the target assistant and evaluates the responses against the confirmed evidence. We report four abilities: accuracy, freshness, conflict resolution and appropriate use. The product keeps the source, target answer and reasons behind an assessment. A source-scope review can also flag an ambiguous question for review rather than silently discarding it.</a:t>
            </a:r>
          </a:p>
          <a:p xmlns:a="http://schemas.openxmlformats.org/drawingml/2006/main">
            <a:r>
              <a:t>Source: system workflow and experiment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a:t>
            </a:r>
          </a:p>
          <a:p xmlns:a="http://schemas.openxmlformats.org/drawingml/2006/main">
            <a:r>
              <a:t>Our evaluation has three parts. Experiment A compares three question-construction methods with equal budgets. Experiment B compares four memory strategies on matched synthetic histories and repeated questions. Experiment C examines a selected LongMemEval subset. These studies answer different questions: A concerns methods, B concerns target memory strategies, and C checks performance on an external benchmark selection. We also test the Auditor’s scoring reliability separately, because a better target strategy is not by itself proof that the Auditor is correct.</a:t>
            </a:r>
          </a:p>
          <a:p xmlns:a="http://schemas.openxmlformats.org/drawingml/2006/main">
            <a:r>
              <a:t>Source: experiment report, Proposal Experiments 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a:t>
            </a:r>
          </a:p>
          <a:p xmlns:a="http://schemas.openxmlformats.org/drawingml/2006/main">
            <a:r>
              <a:t>In experiment A, each method detected three of nine predefined defect identifiers. The contextual method did not outperform the direct or fixed-template methods on this sample. There were 36 answers across three related synthetic histories. Two independent human reviewers using AI assistance agreed on 33 failures and three passes, but 18 failed answers did not map to the narrower frozen defect inventory. The three out of nine figure therefore describes discovery against that predefined inventory, not every possible failure. A later expansion was stopped during AI question review because the usable groups were concentrated in a single conflict scenario.</a:t>
            </a:r>
          </a:p>
          <a:p xmlns:a="http://schemas.openxmlformats.org/drawingml/2006/main">
            <a:r>
              <a:t>Source: experiment-a-human-return-20261029-v1/analysis.json; ai-readiness-summary.json.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a:t>
            </a:r>
          </a:p>
          <a:p xmlns:a="http://schemas.openxmlformats.org/drawingml/2006/main">
            <a:r>
              <a:t>Experiment B used the same histories and questions for four strategies. Two independent human reviewers used AI assistance. The agreed human-pass counts were nine out of 36 for first-match retrieval, 27 out of 36 for relationship-priority retrieval, 18 out of 36 for matching the task and project, and 27 out of 36 for considering time and importance. These results help us compare behaviour across strategies, rather than assume a strategy is better from its name. However, the 36 answers per strategy come from only three previously used synthetic histories with repeated runs. They are related observations, not 36 independent cases.</a:t>
            </a:r>
          </a:p>
          <a:p xmlns:a="http://schemas.openxmlformats.org/drawingml/2006/main">
            <a:r>
              <a:t>Source: ac1-ac2-b-return-20261029-v1/b-consensus-summary.json.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a:t>
            </a:r>
          </a:p>
          <a:p xmlns:a="http://schemas.openxmlformats.org/drawingml/2006/main">
            <a:r>
              <a:t>This slide shows the four-strategy extension on 30 selected LongMemEval cases. Each strategy produced three answers per case, and the values shown use the human-adjudicated decided answers as their denominators. The independent reviewers used AI assistance. First-match passed 17 of 87, relationship-priority 57 of 81, task-and-project matching 47 of 84, and time-and-importance 50 of 84. Across all four strategies, 24 answers remained uncertain. Because the cases were selected and repeated answers share a case, these figures are descriptive and should not be treated as the full benchmark result.</a:t>
            </a:r>
          </a:p>
          <a:p xmlns:a="http://schemas.openxmlformats.org/drawingml/2006/main">
            <a:r>
              <a:t>Source: four-strategy-adjudicated-bounds-2026-10-29.json.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a:t>
            </a:r>
          </a:p>
          <a:p xmlns:a="http://schemas.openxmlformats.org/drawingml/2006/main">
            <a:r>
              <a:t>The original proposal also asked whether the local ordering was consistent with an external benchmark. In the saved earlier B and C comparisons, relationship-priority retrieval ranked above first-match retrieval in the same direction in all three repeats. The C part used 14 of the 500 LongMemEval cases, with 42 repeated answers per strategy: 15 passed for first-match and 30 for relationship-priority. This is a limited two-strategy directional check. It should not be confused with the separate four-strategy extension on 30 cases, and it does not establish a full-benchmark result.</a:t>
            </a:r>
          </a:p>
          <a:p xmlns:a="http://schemas.openxmlformats.org/drawingml/2006/main">
            <a:r>
              <a:t>Source: archived Phase 4 B/C and docs/EXPERIMENT_REPORT_2026-10-28.md.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a:t>
            </a:r>
          </a:p>
          <a:p xmlns:a="http://schemas.openxmlformats.org/drawingml/2006/main">
            <a:r>
              <a:t>We tested the Auditor itself by applying old and new scoring methods to the same saved answers. Two independent human reviewers, using AI assistance, agreed on 118 of the 120 responses: 68 failures and 50 passes. The new scorer detected 61 of 68 failures compared with 55 of 68 previously. It correctly classified 54 of its 61 detected failures; the old scorer left all 55 detected failures unclassified. False positives fell from 18 of 50 human-agreed passes to zero observed out of 50. These results met the descriptive thresholds for this selected synthetic sample. Zero observed errors does not prove the population error is zero, and the two disagreements were preserved separately.</a:t>
            </a:r>
          </a:p>
          <a:p xmlns:a="http://schemas.openxmlformats.org/drawingml/2006/main">
            <a:r>
              <a:t>Source: paired-authorized-retest-20261029-v1/paired-analysis.json.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a:t>
            </a:r>
          </a:p>
          <a:p xmlns:a="http://schemas.openxmlformats.org/drawingml/2006/main">
            <a:r>
              <a:t>For AC1, we compared extraction results on 27 histories that completed in both runs. Relationship reference-ID matches increased from 58 of 80 to 79 of 80, while fact reference-ID matches decreased from 212 of 215 to 205 of 215. Three newer histories were incomplete and excluded. A targeted retry produced five relationships that two reviewers judged valid; one older reference relationship was judged invalid. Reference ID matching can be partial and is neither strict recall nor direct semantic accuracy. Six other relationships were originally judged valid by human reviewers. Later AI evidence reviewers, who had seen the results, raised a semantic disagreement: the paired requirements might coexist rather than override each other. The user confirms all data have since been individually reviewed by humans, but no new item-specific rulings for these six relations were supplied. The original human judgments and reported counts remain unchanged; the differing interpretation is retained.</a:t>
            </a:r>
          </a:p>
          <a:p xmlns:a="http://schemas.openxmlformats.org/drawingml/2006/main">
            <a:r>
              <a:t>Source: ac1-paired-comparison.json; ac1-analysis.json; ac1-override-consistency-user-confirmed-review-20261029.json; final-evidence-human-review-confirmation-20261029.json.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a:t>
            </a:r>
          </a:p>
          <a:p xmlns:a="http://schemas.openxmlformats.org/drawingml/2006/main">
            <a:r>
              <a:t>AC2 asks whether generated questions are grounded and executable. In the paired comparison, the earlier generator produced 111 questions, of which 51 were adjudicated valid. The newer generator produced 117, of which 63 were valid. That is an improvement in the number of valid questions, but 54 of the newer generator’s 117 questions were still adjudicated invalid. The existing automatic gate had accepted 37 of those invalid questions. Missing outputs are recorded separately. The source-scope review was then replayed on the same observed development questions. It sent all 37 previously accepted invalid questions for review. The old gate had already rejected the other 17, leaving zero invalid questions accepted in this replay. It also flagged 53 previously accepted valid questions for human review, while nine valid questions remained rejected by the old gate. This adds a real review burden. The same development questions were used in the replay, so the zero observed misses do not demonstrate generalisation or prove all errors are fixed. A warning-free question is not automatically valid.</a:t>
            </a:r>
          </a:p>
          <a:p xmlns:a="http://schemas.openxmlformats.org/drawingml/2006/main">
            <a:r>
              <a:t>A separate pilot contained 33 generated questions from ten existing, non-random synthetic histories. Two human reviewers agreed that 14 questions were valid and 14 invalid; five were unresolved. In a post-hoc reconstruction, the v3 scope check additionally marked 13 of the 14 agreed-valid questions for review. The old rule validator already rejected all 14 agreed-invalid questions, so v3 caught no additional agreed-invalid questions in that pilot. Neither the old validator nor the v3 check was saved or executed during the original pilot. This reconstruction covers the per-question rule validator and v3 prompts only, not the full suite, semantic review, or product API. Its small, non-random sample cannot establish performance on other data.</a:t>
            </a:r>
          </a:p>
          <a:p xmlns:a="http://schemas.openxmlformats.org/drawingml/2006/main">
            <a:r>
              <a:t>We also tested a semantic scope model on these same 33 questions, without providing it the human labels. Of the 28 questions with human consensus, the model marked 2 of 14 invalid questions invalid and left the other 12 uncertain. Of 14 valid questions it marked 10 valid, 3 invalid and 1 uncertain. The other five human judgments remained unresolved and were excluded. Four of the 33 model responses were not parseable and were treated as uncertain without retry. The model outputs were generated after the user confirmed human review of the earlier data and have not been separately attested as human-reviewed. These ten existing synthetic histories are non-random; the trial does not establish that this model improves safety and it was not adopted for production.</a:t>
            </a:r>
          </a:p>
          <a:p xmlns:a="http://schemas.openxmlformats.org/drawingml/2006/main">
            <a:r>
              <a:t>Source: ac2-adjudicated-paired-summary.json; product-scope-retrospective-replay-v3.json; product-v3-pilot-reconstruction-v2.json; semantic-scope-pilot-20261029-v1/analysis.json.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a:t>
            </a:r>
          </a:p>
          <a:p xmlns:a="http://schemas.openxmlformats.org/drawingml/2006/main">
            <a:r>
              <a:t>The tutor asked us to show a complete problem-to-improvement loop. In a saved synthetic example, the audit exposed missing facts in the answer-time evidence. We inspected the evidence, changed the retrieval behaviour and ran the same questions again. Among six shared questions with decided automatic assessments, the targeted condition had three passes compared with one in the original condition. Five of 24 answers across the broader group were uncertain. This illustrates a useful workflow, but the example is small and automatically assessed, so we do not claim a general causal effect from this one case.</a:t>
            </a:r>
          </a:p>
          <a:p xmlns:a="http://schemas.openxmlformats.org/drawingml/2006/main">
            <a:r>
              <a:t>Source: current-source diagnosis-led comparison EXP627CCD21BC1D465996A30FF0E630739B.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a:t>
            </a:r>
          </a:p>
          <a:p xmlns:a="http://schemas.openxmlformats.org/drawingml/2006/main">
            <a:r>
              <a:t>Our system provides a traceable way to find memory failures, inspect evidence and compare changes. The paired scoring study shows an improvement on the selected answers, while experiment A did not show the contextual method outperforming the alternatives. Question quality remains a major constraint: the newer generator still produced many invalid questions. The user confirms the data were individually reviewed by humans; the original human judgments, AI-assisted evidence review and remaining interpretation disagreements are kept separately. Next we would improve question specificity and extraction coverage, resolve the differing interpretations with item-specific rulings where needed, and test on more diverse, independent histories and benchmark cases. We would also test usability and measure uncertainty across independent cases before claiming broad generalisation.</a:t>
            </a:r>
          </a:p>
          <a:p xmlns:a="http://schemas.openxmlformats.org/drawingml/2006/main">
            <a:r>
              <a:t>Source: experiment report, current Dashboard results and final-evidence-human-review-confirmation-20261029.json.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838082638844a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b4f875204164c9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44295984684c4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1fc720d31d48e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7572877c1c493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393385726446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FD2F47-467F-49E9-B841-8A392169967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0A010DC-5BD1-4F33-94F8-F6516D7C3AD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82D5B0D-3D73-4A9F-9BAE-A0F02D4FCEF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DB65CC-D700-4A4A-AACA-7271A5F9AC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96A1CA-3EEC-407B-82C6-43583C513F7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46DE466-E02C-4698-9BC0-EB55408819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EAC2E7-F287-4EB8-B0D4-00EB4029FF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3D0A8EA-5369-4346-B3E9-948485436B8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72AB47-A523-4639-B647-89FBDB0F39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CB678E-33B6-4B2C-A267-5FFB8A58E5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7c2dc472bb48b6" /><Relationship Type="http://schemas.openxmlformats.org/officeDocument/2006/relationships/slideLayout" Target="/ppt/slideLayouts/slideLayout1.xml" Id="R94aa2932b872444d" /><Relationship Type="http://schemas.openxmlformats.org/officeDocument/2006/relationships/slideLayout" Target="/ppt/slideLayouts/slideLayout2.xml" Id="R718a25b12feb4810" /><Relationship Type="http://schemas.openxmlformats.org/officeDocument/2006/relationships/slideLayout" Target="/ppt/slideLayouts/slideLayout3.xml" Id="R7f875b5dd1974fe2" /><Relationship Type="http://schemas.openxmlformats.org/officeDocument/2006/relationships/slideLayout" Target="/ppt/slideLayouts/slideLayout4.xml" Id="R76617626d5544535" /><Relationship Type="http://schemas.openxmlformats.org/officeDocument/2006/relationships/slideLayout" Target="/ppt/slideLayouts/slideLayout5.xml" Id="R93cd5f0e026647e1" /><Relationship Type="http://schemas.openxmlformats.org/officeDocument/2006/relationships/slideLayout" Target="/ppt/slideLayouts/slideLayout6.xml" Id="R3f994dee11fd44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aa2932b872444d"/>
    <p:sldLayoutId xmlns:r="http://schemas.openxmlformats.org/officeDocument/2006/relationships" id="2147483650" r:id="R718a25b12feb4810"/>
    <p:sldLayoutId xmlns:r="http://schemas.openxmlformats.org/officeDocument/2006/relationships" id="2147483651" r:id="R7f875b5dd1974fe2"/>
    <p:sldLayoutId xmlns:r="http://schemas.openxmlformats.org/officeDocument/2006/relationships" id="2147483652" r:id="R76617626d5544535"/>
    <p:sldLayoutId xmlns:r="http://schemas.openxmlformats.org/officeDocument/2006/relationships" id="2147483653" r:id="R93cd5f0e026647e1"/>
    <p:sldLayoutId xmlns:r="http://schemas.openxmlformats.org/officeDocument/2006/relationships" id="2147483654" r:id="R3f994dee11fd44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cdc925c06148c3" /><Relationship Type="http://schemas.openxmlformats.org/officeDocument/2006/relationships/notesSlide" Target="/ppt/notesSlides/notesSlide1.xml" Id="R7a433e2c640341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b2adde3dd92458c" /><Relationship Type="http://schemas.openxmlformats.org/officeDocument/2006/relationships/notesSlide" Target="/ppt/notesSlides/notesSlide2.xml" Id="R3750c997e46449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1c6d596daa4ae7" /><Relationship Type="http://schemas.openxmlformats.org/officeDocument/2006/relationships/notesSlide" Target="/ppt/notesSlides/notesSlide3.xml" Id="Raca01491cb1843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307193fe8349a7" /><Relationship Type="http://schemas.openxmlformats.org/officeDocument/2006/relationships/notesSlide" Target="/ppt/notesSlides/notesSlide4.xml" Id="R9a63f30bc85042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35fcd17a97044bf" /><Relationship Type="http://schemas.openxmlformats.org/officeDocument/2006/relationships/notesSlide" Target="/ppt/notesSlides/notesSlide5.xml" Id="Ra6c5fb6cada743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78d159d54c94602" /><Relationship Type="http://schemas.openxmlformats.org/officeDocument/2006/relationships/notesSlide" Target="/ppt/notesSlides/notesSlide6.xml" Id="Rf8bbe72b018745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7b3cc5cb1544189" /><Relationship Type="http://schemas.openxmlformats.org/officeDocument/2006/relationships/notesSlide" Target="/ppt/notesSlides/notesSlide7.xml" Id="R726999689dd645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05148f97f994bb7" /><Relationship Type="http://schemas.openxmlformats.org/officeDocument/2006/relationships/notesSlide" Target="/ppt/notesSlides/notesSlide8.xml" Id="R4961811cc12549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d56c28ee5d9425b" /><Relationship Type="http://schemas.openxmlformats.org/officeDocument/2006/relationships/notesSlide" Target="/ppt/notesSlides/notesSlide9.xml" Id="R3fca765d24ab4a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937e6cb6e404689" /><Relationship Type="http://schemas.openxmlformats.org/officeDocument/2006/relationships/notesSlide" Target="/ppt/notesSlides/notesSlide10.xml" Id="R3bf379676a0549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5b7575a32c94fbb" /><Relationship Type="http://schemas.openxmlformats.org/officeDocument/2006/relationships/notesSlide" Target="/ppt/notesSlides/notesSlide11.xml" Id="R79ab40e9c63847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e5301fa8c4642d8" /><Relationship Type="http://schemas.openxmlformats.org/officeDocument/2006/relationships/notesSlide" Target="/ppt/notesSlides/notesSlide12.xml" Id="Re83cbb2c0715406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a0f22e1911a408f" /><Relationship Type="http://schemas.openxmlformats.org/officeDocument/2006/relationships/notesSlide" Target="/ppt/notesSlides/notesSlide13.xml" Id="Rcab340c638d74272" /></Relationships>
</file>

<file path=ppt/slides/slide1.xml><?xml version="1.0" encoding="utf-8"?>
<p:sld xmlns:p="http://schemas.openxmlformats.org/presentationml/2006/main">
  <p:cSld>
    <p:bg>
      <p:bgPr>
        <a:solidFill xmlns:a="http://schemas.openxmlformats.org/drawingml/2006/main">
          <a:srgbClr val="12304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5B4ECC-09FA-4918-97A4-28A058035D2E}"/>
              </a:ext>
            </a:extLst>
          </p:cNvPr>
          <p:cNvSpPr>
            <a:spLocks xmlns:a="http://schemas.openxmlformats.org/drawingml/2006/main" noGrp="1"/>
          </p:cNvSpPr>
          <p:nvPr/>
        </p:nvSpPr>
        <p:spPr>
          <a:xfrm xmlns:a="http://schemas.openxmlformats.org/drawingml/2006/main">
            <a:off x="590550" y="523875"/>
            <a:ext cx="47625" cy="257175"/>
          </a:xfrm>
          <a:prstGeom xmlns:a="http://schemas.openxmlformats.org/drawingml/2006/main" prst="rect">
            <a:avLst/>
          </a:prstGeom>
          <a:solidFill xmlns:a="http://schemas.openxmlformats.org/drawingml/2006/main">
            <a:srgbClr val="5CD1B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B1C24B5-435C-4C18-B635-1E408D8FF5B8}"/>
              </a:ext>
            </a:extLst>
          </p:cNvPr>
          <p:cNvSpPr>
            <a:spLocks xmlns:a="http://schemas.openxmlformats.org/drawingml/2006/main" noGrp="1"/>
          </p:cNvSpPr>
          <p:nvPr/>
        </p:nvSpPr>
        <p:spPr>
          <a:xfrm xmlns:a="http://schemas.openxmlformats.org/drawingml/2006/main">
            <a:off x="762000" y="52387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1">
                <a:solidFill>
                  <a:srgbClr val="7EE2CF"/>
                </a:solidFill>
                <a:latin typeface="Arial"/>
                <a:ea typeface="Arial"/>
                <a:cs typeface="Arial"/>
              </a:defRPr>
            </a:defPPr>
            <a:lvl1pPr algn="l">
              <a:buNone/>
              <a:defRPr sz="1200" b="1">
                <a:solidFill>
                  <a:srgbClr val="7EE2CF"/>
                </a:solidFill>
                <a:latin typeface="Arial"/>
                <a:ea typeface="Arial"/>
                <a:cs typeface="Arial"/>
              </a:defRPr>
            </a:lvl1pPr>
            <a:lvl2pPr algn="l">
              <a:buNone/>
              <a:defRPr sz="1200" b="1">
                <a:solidFill>
                  <a:srgbClr val="7EE2CF"/>
                </a:solidFill>
                <a:latin typeface="Arial"/>
                <a:ea typeface="Arial"/>
                <a:cs typeface="Arial"/>
              </a:defRPr>
            </a:lvl2pPr>
            <a:lvl3pPr algn="l">
              <a:buNone/>
              <a:defRPr sz="1200" b="1">
                <a:solidFill>
                  <a:srgbClr val="7EE2CF"/>
                </a:solidFill>
                <a:latin typeface="Arial"/>
                <a:ea typeface="Arial"/>
                <a:cs typeface="Arial"/>
              </a:defRPr>
            </a:lvl3pPr>
            <a:lvl4pPr algn="l">
              <a:buNone/>
              <a:defRPr sz="1200" b="1">
                <a:solidFill>
                  <a:srgbClr val="7EE2CF"/>
                </a:solidFill>
                <a:latin typeface="Arial"/>
                <a:ea typeface="Arial"/>
                <a:cs typeface="Arial"/>
              </a:defRPr>
            </a:lvl4pPr>
            <a:lvl5pPr algn="l">
              <a:buNone/>
              <a:defRPr sz="1200" b="1">
                <a:solidFill>
                  <a:srgbClr val="7EE2CF"/>
                </a:solidFill>
                <a:latin typeface="Arial"/>
                <a:ea typeface="Arial"/>
                <a:cs typeface="Arial"/>
              </a:defRPr>
            </a:lvl5pPr>
            <a:lvl6pPr algn="l">
              <a:buNone/>
              <a:defRPr sz="1200" b="1">
                <a:solidFill>
                  <a:srgbClr val="7EE2CF"/>
                </a:solidFill>
                <a:latin typeface="Arial"/>
                <a:ea typeface="Arial"/>
                <a:cs typeface="Arial"/>
              </a:defRPr>
            </a:lvl6pPr>
            <a:lvl7pPr algn="l">
              <a:buNone/>
              <a:defRPr sz="1200" b="1">
                <a:solidFill>
                  <a:srgbClr val="7EE2CF"/>
                </a:solidFill>
                <a:latin typeface="Arial"/>
                <a:ea typeface="Arial"/>
                <a:cs typeface="Arial"/>
              </a:defRPr>
            </a:lvl7pPr>
            <a:lvl8pPr algn="l">
              <a:buNone/>
              <a:defRPr sz="1200" b="1">
                <a:solidFill>
                  <a:srgbClr val="7EE2CF"/>
                </a:solidFill>
                <a:latin typeface="Arial"/>
                <a:ea typeface="Arial"/>
                <a:cs typeface="Arial"/>
              </a:defRPr>
            </a:lvl8pPr>
            <a:lvl9pPr algn="l">
              <a:buNone/>
              <a:defRPr sz="1200" b="1">
                <a:solidFill>
                  <a:srgbClr val="7EE2CF"/>
                </a:solidFill>
                <a:latin typeface="Arial"/>
                <a:ea typeface="Arial"/>
                <a:cs typeface="Arial"/>
              </a:defRPr>
            </a:lvl9pPr>
          </a:lstStyle>
          <a:p xmlns:a="http://schemas.openxmlformats.org/drawingml/2006/main">
            <a:pPr algn="l">
              <a:buNone/>
              <a:defRPr sz="1200" b="1">
                <a:solidFill>
                  <a:srgbClr val="7EE2CF"/>
                </a:solidFill>
                <a:latin typeface="Arial"/>
                <a:ea typeface="Arial"/>
                <a:cs typeface="Arial"/>
              </a:defRPr>
            </a:pPr>
            <a:r>
              <a:rPr sz="1200" b="1">
                <a:solidFill>
                  <a:srgbClr val="7EE2CF"/>
                </a:solidFill>
                <a:latin typeface="Arial"/>
                <a:ea typeface="Arial"/>
                <a:cs typeface="Arial"/>
              </a:rPr>
              <a:t>ELEC5623    GROUP 2</a:t>
            </a:r>
          </a:p>
        </p:txBody>
      </p:sp>
      <p:sp>
        <p:nvSpPr>
          <p:cNvPr id="3" name="">
            <a:extLst xmlns:a="http://schemas.openxmlformats.org/drawingml/2006/main">
              <a:ext uri="{FF2B5EF4-FFF2-40B4-BE49-F238E27FC236}">
                <a16:creationId xmlns:a16="http://schemas.microsoft.com/office/drawing/2014/main" id="{D9432211-5965-4133-9EC7-39B0C6DBE090}"/>
              </a:ext>
            </a:extLst>
          </p:cNvPr>
          <p:cNvSpPr>
            <a:spLocks xmlns:a="http://schemas.openxmlformats.org/drawingml/2006/main" noGrp="1"/>
          </p:cNvSpPr>
          <p:nvPr/>
        </p:nvSpPr>
        <p:spPr>
          <a:xfrm xmlns:a="http://schemas.openxmlformats.org/drawingml/2006/main">
            <a:off x="762000" y="1562100"/>
            <a:ext cx="1047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4125" b="1">
                <a:solidFill>
                  <a:srgbClr val="FFFFFF"/>
                </a:solidFill>
                <a:latin typeface="Arial"/>
                <a:ea typeface="Arial"/>
                <a:cs typeface="Arial"/>
              </a:defRPr>
            </a:defPPr>
            <a:lvl1pPr algn="l">
              <a:buNone/>
              <a:defRPr sz="4125" b="1">
                <a:solidFill>
                  <a:srgbClr val="FFFFFF"/>
                </a:solidFill>
                <a:latin typeface="Arial"/>
                <a:ea typeface="Arial"/>
                <a:cs typeface="Arial"/>
              </a:defRPr>
            </a:lvl1pPr>
            <a:lvl2pPr algn="l">
              <a:buNone/>
              <a:defRPr sz="4125" b="1">
                <a:solidFill>
                  <a:srgbClr val="FFFFFF"/>
                </a:solidFill>
                <a:latin typeface="Arial"/>
                <a:ea typeface="Arial"/>
                <a:cs typeface="Arial"/>
              </a:defRPr>
            </a:lvl2pPr>
            <a:lvl3pPr algn="l">
              <a:buNone/>
              <a:defRPr sz="4125" b="1">
                <a:solidFill>
                  <a:srgbClr val="FFFFFF"/>
                </a:solidFill>
                <a:latin typeface="Arial"/>
                <a:ea typeface="Arial"/>
                <a:cs typeface="Arial"/>
              </a:defRPr>
            </a:lvl3pPr>
            <a:lvl4pPr algn="l">
              <a:buNone/>
              <a:defRPr sz="4125" b="1">
                <a:solidFill>
                  <a:srgbClr val="FFFFFF"/>
                </a:solidFill>
                <a:latin typeface="Arial"/>
                <a:ea typeface="Arial"/>
                <a:cs typeface="Arial"/>
              </a:defRPr>
            </a:lvl4pPr>
            <a:lvl5pPr algn="l">
              <a:buNone/>
              <a:defRPr sz="4125" b="1">
                <a:solidFill>
                  <a:srgbClr val="FFFFFF"/>
                </a:solidFill>
                <a:latin typeface="Arial"/>
                <a:ea typeface="Arial"/>
                <a:cs typeface="Arial"/>
              </a:defRPr>
            </a:lvl5pPr>
            <a:lvl6pPr algn="l">
              <a:buNone/>
              <a:defRPr sz="4125" b="1">
                <a:solidFill>
                  <a:srgbClr val="FFFFFF"/>
                </a:solidFill>
                <a:latin typeface="Arial"/>
                <a:ea typeface="Arial"/>
                <a:cs typeface="Arial"/>
              </a:defRPr>
            </a:lvl6pPr>
            <a:lvl7pPr algn="l">
              <a:buNone/>
              <a:defRPr sz="4125" b="1">
                <a:solidFill>
                  <a:srgbClr val="FFFFFF"/>
                </a:solidFill>
                <a:latin typeface="Arial"/>
                <a:ea typeface="Arial"/>
                <a:cs typeface="Arial"/>
              </a:defRPr>
            </a:lvl7pPr>
            <a:lvl8pPr algn="l">
              <a:buNone/>
              <a:defRPr sz="4125" b="1">
                <a:solidFill>
                  <a:srgbClr val="FFFFFF"/>
                </a:solidFill>
                <a:latin typeface="Arial"/>
                <a:ea typeface="Arial"/>
                <a:cs typeface="Arial"/>
              </a:defRPr>
            </a:lvl8pPr>
            <a:lvl9pPr algn="l">
              <a:buNone/>
              <a:defRPr sz="4125" b="1">
                <a:solidFill>
                  <a:srgbClr val="FFFFFF"/>
                </a:solidFill>
                <a:latin typeface="Arial"/>
                <a:ea typeface="Arial"/>
                <a:cs typeface="Arial"/>
              </a:defRPr>
            </a:lvl9pPr>
          </a:lstStyle>
          <a:p xmlns:a="http://schemas.openxmlformats.org/drawingml/2006/main">
            <a:pPr algn="l">
              <a:buNone/>
              <a:defRPr sz="4125" b="1">
                <a:solidFill>
                  <a:srgbClr val="FFFFFF"/>
                </a:solidFill>
                <a:latin typeface="Arial"/>
                <a:ea typeface="Arial"/>
                <a:cs typeface="Arial"/>
              </a:defRPr>
            </a:pPr>
            <a:r>
              <a:rPr sz="4125" b="1">
                <a:solidFill>
                  <a:srgbClr val="FFFFFF"/>
                </a:solidFill>
                <a:latin typeface="Arial"/>
                <a:ea typeface="Arial"/>
                <a:cs typeface="Arial"/>
              </a:rPr>
              <a:t>AI Memory</a:t>
            </a:r>
          </a:p>
          <a:p xmlns:a="http://schemas.openxmlformats.org/drawingml/2006/main">
            <a:pPr algn="l">
              <a:buNone/>
              <a:defRPr sz="4125" b="1">
                <a:solidFill>
                  <a:srgbClr val="FFFFFF"/>
                </a:solidFill>
                <a:latin typeface="Arial"/>
                <a:ea typeface="Arial"/>
                <a:cs typeface="Arial"/>
              </a:defRPr>
            </a:pPr>
            <a:r>
              <a:rPr sz="4125" b="1">
                <a:solidFill>
                  <a:srgbClr val="FFFFFF"/>
                </a:solidFill>
                <a:latin typeface="Arial"/>
                <a:ea typeface="Arial"/>
                <a:cs typeface="Arial"/>
              </a:rPr>
              <a:t>Health Auditor</a:t>
            </a:r>
          </a:p>
        </p:txBody>
      </p:sp>
      <p:sp>
        <p:nvSpPr>
          <p:cNvPr id="4" name="">
            <a:extLst xmlns:a="http://schemas.openxmlformats.org/drawingml/2006/main">
              <a:ext uri="{FF2B5EF4-FFF2-40B4-BE49-F238E27FC236}">
                <a16:creationId xmlns:a16="http://schemas.microsoft.com/office/drawing/2014/main" id="{59930C74-D067-4C14-AC56-E4973CCD0389}"/>
              </a:ext>
            </a:extLst>
          </p:cNvPr>
          <p:cNvSpPr>
            <a:spLocks xmlns:a="http://schemas.openxmlformats.org/drawingml/2006/main" noGrp="1"/>
          </p:cNvSpPr>
          <p:nvPr/>
        </p:nvSpPr>
        <p:spPr>
          <a:xfrm xmlns:a="http://schemas.openxmlformats.org/drawingml/2006/main">
            <a:off x="762000" y="3190875"/>
            <a:ext cx="9715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025" b="0">
                <a:solidFill>
                  <a:srgbClr val="D4E5EA"/>
                </a:solidFill>
                <a:latin typeface="Arial"/>
                <a:ea typeface="Arial"/>
                <a:cs typeface="Arial"/>
              </a:defRPr>
            </a:defPPr>
            <a:lvl1pPr algn="l">
              <a:buNone/>
              <a:defRPr sz="2025" b="0">
                <a:solidFill>
                  <a:srgbClr val="D4E5EA"/>
                </a:solidFill>
                <a:latin typeface="Arial"/>
                <a:ea typeface="Arial"/>
                <a:cs typeface="Arial"/>
              </a:defRPr>
            </a:lvl1pPr>
            <a:lvl2pPr algn="l">
              <a:buNone/>
              <a:defRPr sz="2025" b="0">
                <a:solidFill>
                  <a:srgbClr val="D4E5EA"/>
                </a:solidFill>
                <a:latin typeface="Arial"/>
                <a:ea typeface="Arial"/>
                <a:cs typeface="Arial"/>
              </a:defRPr>
            </a:lvl2pPr>
            <a:lvl3pPr algn="l">
              <a:buNone/>
              <a:defRPr sz="2025" b="0">
                <a:solidFill>
                  <a:srgbClr val="D4E5EA"/>
                </a:solidFill>
                <a:latin typeface="Arial"/>
                <a:ea typeface="Arial"/>
                <a:cs typeface="Arial"/>
              </a:defRPr>
            </a:lvl3pPr>
            <a:lvl4pPr algn="l">
              <a:buNone/>
              <a:defRPr sz="2025" b="0">
                <a:solidFill>
                  <a:srgbClr val="D4E5EA"/>
                </a:solidFill>
                <a:latin typeface="Arial"/>
                <a:ea typeface="Arial"/>
                <a:cs typeface="Arial"/>
              </a:defRPr>
            </a:lvl4pPr>
            <a:lvl5pPr algn="l">
              <a:buNone/>
              <a:defRPr sz="2025" b="0">
                <a:solidFill>
                  <a:srgbClr val="D4E5EA"/>
                </a:solidFill>
                <a:latin typeface="Arial"/>
                <a:ea typeface="Arial"/>
                <a:cs typeface="Arial"/>
              </a:defRPr>
            </a:lvl5pPr>
            <a:lvl6pPr algn="l">
              <a:buNone/>
              <a:defRPr sz="2025" b="0">
                <a:solidFill>
                  <a:srgbClr val="D4E5EA"/>
                </a:solidFill>
                <a:latin typeface="Arial"/>
                <a:ea typeface="Arial"/>
                <a:cs typeface="Arial"/>
              </a:defRPr>
            </a:lvl6pPr>
            <a:lvl7pPr algn="l">
              <a:buNone/>
              <a:defRPr sz="2025" b="0">
                <a:solidFill>
                  <a:srgbClr val="D4E5EA"/>
                </a:solidFill>
                <a:latin typeface="Arial"/>
                <a:ea typeface="Arial"/>
                <a:cs typeface="Arial"/>
              </a:defRPr>
            </a:lvl7pPr>
            <a:lvl8pPr algn="l">
              <a:buNone/>
              <a:defRPr sz="2025" b="0">
                <a:solidFill>
                  <a:srgbClr val="D4E5EA"/>
                </a:solidFill>
                <a:latin typeface="Arial"/>
                <a:ea typeface="Arial"/>
                <a:cs typeface="Arial"/>
              </a:defRPr>
            </a:lvl8pPr>
            <a:lvl9pPr algn="l">
              <a:buNone/>
              <a:defRPr sz="2025" b="0">
                <a:solidFill>
                  <a:srgbClr val="D4E5EA"/>
                </a:solidFill>
                <a:latin typeface="Arial"/>
                <a:ea typeface="Arial"/>
                <a:cs typeface="Arial"/>
              </a:defRPr>
            </a:lvl9pPr>
          </a:lstStyle>
          <a:p xmlns:a="http://schemas.openxmlformats.org/drawingml/2006/main">
            <a:pPr algn="l">
              <a:buNone/>
              <a:defRPr sz="2025" b="0">
                <a:solidFill>
                  <a:srgbClr val="D4E5EA"/>
                </a:solidFill>
                <a:latin typeface="Arial"/>
                <a:ea typeface="Arial"/>
                <a:cs typeface="Arial"/>
              </a:defRPr>
            </a:pPr>
            <a:r>
              <a:rPr sz="2025" b="0">
                <a:solidFill>
                  <a:srgbClr val="D4E5EA"/>
                </a:solidFill>
                <a:latin typeface="Arial"/>
                <a:ea typeface="Arial"/>
                <a:cs typeface="Arial"/>
              </a:rPr>
              <a:t>Detect memory failures, inspect evidence, and test improvements</a:t>
            </a:r>
          </a:p>
        </p:txBody>
      </p:sp>
      <p:sp>
        <p:nvSpPr>
          <p:cNvPr id="5" name="">
            <a:extLst xmlns:a="http://schemas.openxmlformats.org/drawingml/2006/main">
              <a:ext uri="{FF2B5EF4-FFF2-40B4-BE49-F238E27FC236}">
                <a16:creationId xmlns:a16="http://schemas.microsoft.com/office/drawing/2014/main" id="{D1F2C4B5-71D1-45C1-B28A-D13CD6A5E324}"/>
              </a:ext>
            </a:extLst>
          </p:cNvPr>
          <p:cNvSpPr>
            <a:spLocks xmlns:a="http://schemas.openxmlformats.org/drawingml/2006/main" noGrp="1"/>
          </p:cNvSpPr>
          <p:nvPr/>
        </p:nvSpPr>
        <p:spPr>
          <a:xfrm xmlns:a="http://schemas.openxmlformats.org/drawingml/2006/main">
            <a:off x="762000" y="5381625"/>
            <a:ext cx="10477500" cy="9525"/>
          </a:xfrm>
          <a:prstGeom xmlns:a="http://schemas.openxmlformats.org/drawingml/2006/main" prst="rect">
            <a:avLst/>
          </a:prstGeom>
          <a:solidFill xmlns:a="http://schemas.openxmlformats.org/drawingml/2006/main">
            <a:srgbClr val="58708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9869100-CFF6-403D-8BEF-22A6A11FFE2C}"/>
              </a:ext>
            </a:extLst>
          </p:cNvPr>
          <p:cNvSpPr>
            <a:spLocks xmlns:a="http://schemas.openxmlformats.org/drawingml/2006/main" noGrp="1"/>
          </p:cNvSpPr>
          <p:nvPr/>
        </p:nvSpPr>
        <p:spPr>
          <a:xfrm xmlns:a="http://schemas.openxmlformats.org/drawingml/2006/main">
            <a:off x="762000" y="566737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0">
                <a:solidFill>
                  <a:srgbClr val="D4E5EA"/>
                </a:solidFill>
                <a:latin typeface="Arial"/>
                <a:ea typeface="Arial"/>
                <a:cs typeface="Arial"/>
              </a:defRPr>
            </a:defPPr>
            <a:lvl1pPr algn="l">
              <a:buNone/>
              <a:defRPr sz="1275" b="0">
                <a:solidFill>
                  <a:srgbClr val="D4E5EA"/>
                </a:solidFill>
                <a:latin typeface="Arial"/>
                <a:ea typeface="Arial"/>
                <a:cs typeface="Arial"/>
              </a:defRPr>
            </a:lvl1pPr>
            <a:lvl2pPr algn="l">
              <a:buNone/>
              <a:defRPr sz="1275" b="0">
                <a:solidFill>
                  <a:srgbClr val="D4E5EA"/>
                </a:solidFill>
                <a:latin typeface="Arial"/>
                <a:ea typeface="Arial"/>
                <a:cs typeface="Arial"/>
              </a:defRPr>
            </a:lvl2pPr>
            <a:lvl3pPr algn="l">
              <a:buNone/>
              <a:defRPr sz="1275" b="0">
                <a:solidFill>
                  <a:srgbClr val="D4E5EA"/>
                </a:solidFill>
                <a:latin typeface="Arial"/>
                <a:ea typeface="Arial"/>
                <a:cs typeface="Arial"/>
              </a:defRPr>
            </a:lvl3pPr>
            <a:lvl4pPr algn="l">
              <a:buNone/>
              <a:defRPr sz="1275" b="0">
                <a:solidFill>
                  <a:srgbClr val="D4E5EA"/>
                </a:solidFill>
                <a:latin typeface="Arial"/>
                <a:ea typeface="Arial"/>
                <a:cs typeface="Arial"/>
              </a:defRPr>
            </a:lvl4pPr>
            <a:lvl5pPr algn="l">
              <a:buNone/>
              <a:defRPr sz="1275" b="0">
                <a:solidFill>
                  <a:srgbClr val="D4E5EA"/>
                </a:solidFill>
                <a:latin typeface="Arial"/>
                <a:ea typeface="Arial"/>
                <a:cs typeface="Arial"/>
              </a:defRPr>
            </a:lvl5pPr>
            <a:lvl6pPr algn="l">
              <a:buNone/>
              <a:defRPr sz="1275" b="0">
                <a:solidFill>
                  <a:srgbClr val="D4E5EA"/>
                </a:solidFill>
                <a:latin typeface="Arial"/>
                <a:ea typeface="Arial"/>
                <a:cs typeface="Arial"/>
              </a:defRPr>
            </a:lvl6pPr>
            <a:lvl7pPr algn="l">
              <a:buNone/>
              <a:defRPr sz="1275" b="0">
                <a:solidFill>
                  <a:srgbClr val="D4E5EA"/>
                </a:solidFill>
                <a:latin typeface="Arial"/>
                <a:ea typeface="Arial"/>
                <a:cs typeface="Arial"/>
              </a:defRPr>
            </a:lvl7pPr>
            <a:lvl8pPr algn="l">
              <a:buNone/>
              <a:defRPr sz="1275" b="0">
                <a:solidFill>
                  <a:srgbClr val="D4E5EA"/>
                </a:solidFill>
                <a:latin typeface="Arial"/>
                <a:ea typeface="Arial"/>
                <a:cs typeface="Arial"/>
              </a:defRPr>
            </a:lvl8pPr>
            <a:lvl9pPr algn="l">
              <a:buNone/>
              <a:defRPr sz="1275" b="0">
                <a:solidFill>
                  <a:srgbClr val="D4E5EA"/>
                </a:solidFill>
                <a:latin typeface="Arial"/>
                <a:ea typeface="Arial"/>
                <a:cs typeface="Arial"/>
              </a:defRPr>
            </a:lvl9pPr>
          </a:lstStyle>
          <a:p xmlns:a="http://schemas.openxmlformats.org/drawingml/2006/main">
            <a:pPr algn="l">
              <a:buNone/>
              <a:defRPr sz="1275" b="0">
                <a:solidFill>
                  <a:srgbClr val="D4E5EA"/>
                </a:solidFill>
                <a:latin typeface="Arial"/>
                <a:ea typeface="Arial"/>
                <a:cs typeface="Arial"/>
              </a:defRPr>
            </a:pPr>
            <a:r>
              <a:rPr sz="1275" b="0">
                <a:solidFill>
                  <a:srgbClr val="D4E5EA"/>
                </a:solidFill>
                <a:latin typeface="Arial"/>
                <a:ea typeface="Arial"/>
                <a:cs typeface="Arial"/>
              </a:rPr>
              <a:t>Speaker 1   ·   Speaker 2   ·   Speaker 3   ·   Speaker 4</a:t>
            </a:r>
          </a:p>
        </p:txBody>
      </p:sp>
    </p:spTree>
    <p:extLst>
      <p:ext uri="{BB962C8B-B14F-4D97-AF65-F5344CB8AC3E}">
        <p14:creationId xmlns:p14="http://schemas.microsoft.com/office/powerpoint/2010/main" val="684982946"/>
      </p:ext>
    </p:extLst>
  </p:cSld>
</p:sld>
</file>

<file path=ppt/slides/slide2.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D7EA246-3E88-4A66-8432-8A25BF783448}"/>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2378C43-BDC4-42D4-B713-597EF3044277}"/>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1     •     02</a:t>
            </a:r>
          </a:p>
        </p:txBody>
      </p:sp>
      <p:sp>
        <p:nvSpPr>
          <p:cNvPr id="3" name="">
            <a:extLst xmlns:a="http://schemas.openxmlformats.org/drawingml/2006/main">
              <a:ext uri="{FF2B5EF4-FFF2-40B4-BE49-F238E27FC236}">
                <a16:creationId xmlns:a16="http://schemas.microsoft.com/office/drawing/2014/main" id="{32790431-C249-4491-A178-D1911D027CF3}"/>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Why audit AI memory?</a:t>
            </a:r>
          </a:p>
        </p:txBody>
      </p:sp>
      <p:sp>
        <p:nvSpPr>
          <p:cNvPr id="4" name="">
            <a:extLst xmlns:a="http://schemas.openxmlformats.org/drawingml/2006/main">
              <a:ext uri="{FF2B5EF4-FFF2-40B4-BE49-F238E27FC236}">
                <a16:creationId xmlns:a16="http://schemas.microsoft.com/office/drawing/2014/main" id="{E56BD122-8F79-418C-BD33-EF771FADB7B5}"/>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A memory can be accurate when stored and still be used incorrectly later.</a:t>
            </a:r>
          </a:p>
        </p:txBody>
      </p:sp>
      <p:sp>
        <p:nvSpPr>
          <p:cNvPr id="5" name="">
            <a:extLst xmlns:a="http://schemas.openxmlformats.org/drawingml/2006/main">
              <a:ext uri="{FF2B5EF4-FFF2-40B4-BE49-F238E27FC236}">
                <a16:creationId xmlns:a16="http://schemas.microsoft.com/office/drawing/2014/main" id="{E97595AF-A930-471A-ABBE-37FD25DC7952}"/>
              </a:ext>
            </a:extLst>
          </p:cNvPr>
          <p:cNvSpPr>
            <a:spLocks xmlns:a="http://schemas.openxmlformats.org/drawingml/2006/main" noGrp="1"/>
          </p:cNvSpPr>
          <p:nvPr/>
        </p:nvSpPr>
        <p:spPr>
          <a:xfrm xmlns:a="http://schemas.openxmlformats.org/drawingml/2006/main">
            <a:off x="628650" y="2266950"/>
            <a:ext cx="3333750" cy="2476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5828C3E-A43E-47B2-B57E-3326AE03264B}"/>
              </a:ext>
            </a:extLst>
          </p:cNvPr>
          <p:cNvSpPr>
            <a:spLocks xmlns:a="http://schemas.openxmlformats.org/drawingml/2006/main" noGrp="1"/>
          </p:cNvSpPr>
          <p:nvPr/>
        </p:nvSpPr>
        <p:spPr>
          <a:xfrm xmlns:a="http://schemas.openxmlformats.org/drawingml/2006/main">
            <a:off x="628650" y="2266950"/>
            <a:ext cx="47625" cy="2476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0C33B66-9128-427B-B0E3-2F2A75378F10}"/>
              </a:ext>
            </a:extLst>
          </p:cNvPr>
          <p:cNvSpPr>
            <a:spLocks xmlns:a="http://schemas.openxmlformats.org/drawingml/2006/main" noGrp="1"/>
          </p:cNvSpPr>
          <p:nvPr/>
        </p:nvSpPr>
        <p:spPr>
          <a:xfrm xmlns:a="http://schemas.openxmlformats.org/drawingml/2006/main">
            <a:off x="819150" y="243840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BEFORE</a:t>
            </a:r>
          </a:p>
        </p:txBody>
      </p:sp>
      <p:sp>
        <p:nvSpPr>
          <p:cNvPr id="8" name="">
            <a:extLst xmlns:a="http://schemas.openxmlformats.org/drawingml/2006/main">
              <a:ext uri="{FF2B5EF4-FFF2-40B4-BE49-F238E27FC236}">
                <a16:creationId xmlns:a16="http://schemas.microsoft.com/office/drawing/2014/main" id="{91A9DA5D-A7E4-4D36-AB48-ACF2916E3714}"/>
              </a:ext>
            </a:extLst>
          </p:cNvPr>
          <p:cNvSpPr>
            <a:spLocks xmlns:a="http://schemas.openxmlformats.org/drawingml/2006/main" noGrp="1"/>
          </p:cNvSpPr>
          <p:nvPr/>
        </p:nvSpPr>
        <p:spPr>
          <a:xfrm xmlns:a="http://schemas.openxmlformats.org/drawingml/2006/main">
            <a:off x="819150" y="2781300"/>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Prefers Python</a:t>
            </a:r>
          </a:p>
        </p:txBody>
      </p:sp>
      <p:sp>
        <p:nvSpPr>
          <p:cNvPr id="9" name="">
            <a:extLst xmlns:a="http://schemas.openxmlformats.org/drawingml/2006/main">
              <a:ext uri="{FF2B5EF4-FFF2-40B4-BE49-F238E27FC236}">
                <a16:creationId xmlns:a16="http://schemas.microsoft.com/office/drawing/2014/main" id="{334890B5-8F2E-43CB-85CE-6728A00205CD}"/>
              </a:ext>
            </a:extLst>
          </p:cNvPr>
          <p:cNvSpPr>
            <a:spLocks xmlns:a="http://schemas.openxmlformats.org/drawingml/2006/main" noGrp="1"/>
          </p:cNvSpPr>
          <p:nvPr/>
        </p:nvSpPr>
        <p:spPr>
          <a:xfrm xmlns:a="http://schemas.openxmlformats.org/drawingml/2006/main">
            <a:off x="819150" y="3276600"/>
            <a:ext cx="2952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General preference across projects.</a:t>
            </a:r>
          </a:p>
        </p:txBody>
      </p:sp>
      <p:sp>
        <p:nvSpPr>
          <p:cNvPr id="10" name="">
            <a:extLst xmlns:a="http://schemas.openxmlformats.org/drawingml/2006/main">
              <a:ext uri="{FF2B5EF4-FFF2-40B4-BE49-F238E27FC236}">
                <a16:creationId xmlns:a16="http://schemas.microsoft.com/office/drawing/2014/main" id="{7510479C-D67D-472C-9099-927A33904218}"/>
              </a:ext>
            </a:extLst>
          </p:cNvPr>
          <p:cNvSpPr>
            <a:spLocks xmlns:a="http://schemas.openxmlformats.org/drawingml/2006/main" noGrp="1"/>
          </p:cNvSpPr>
          <p:nvPr/>
        </p:nvSpPr>
        <p:spPr>
          <a:xfrm xmlns:a="http://schemas.openxmlformats.org/drawingml/2006/main">
            <a:off x="4429125" y="2266950"/>
            <a:ext cx="3333750" cy="2476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D523D65-72B2-4F68-9E09-0E85E4F0BAB9}"/>
              </a:ext>
            </a:extLst>
          </p:cNvPr>
          <p:cNvSpPr>
            <a:spLocks xmlns:a="http://schemas.openxmlformats.org/drawingml/2006/main" noGrp="1"/>
          </p:cNvSpPr>
          <p:nvPr/>
        </p:nvSpPr>
        <p:spPr>
          <a:xfrm xmlns:a="http://schemas.openxmlformats.org/drawingml/2006/main">
            <a:off x="4429125" y="2266950"/>
            <a:ext cx="47625" cy="2476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9D89B69-CDAB-44D2-8AA8-761D52DB14DD}"/>
              </a:ext>
            </a:extLst>
          </p:cNvPr>
          <p:cNvSpPr>
            <a:spLocks xmlns:a="http://schemas.openxmlformats.org/drawingml/2006/main" noGrp="1"/>
          </p:cNvSpPr>
          <p:nvPr/>
        </p:nvSpPr>
        <p:spPr>
          <a:xfrm xmlns:a="http://schemas.openxmlformats.org/drawingml/2006/main">
            <a:off x="4619625" y="243840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PROJECT</a:t>
            </a:r>
          </a:p>
        </p:txBody>
      </p:sp>
      <p:sp>
        <p:nvSpPr>
          <p:cNvPr id="13" name="">
            <a:extLst xmlns:a="http://schemas.openxmlformats.org/drawingml/2006/main">
              <a:ext uri="{FF2B5EF4-FFF2-40B4-BE49-F238E27FC236}">
                <a16:creationId xmlns:a16="http://schemas.microsoft.com/office/drawing/2014/main" id="{16B1075F-F37A-4914-A305-E19EA674339F}"/>
              </a:ext>
            </a:extLst>
          </p:cNvPr>
          <p:cNvSpPr>
            <a:spLocks xmlns:a="http://schemas.openxmlformats.org/drawingml/2006/main" noGrp="1"/>
          </p:cNvSpPr>
          <p:nvPr/>
        </p:nvSpPr>
        <p:spPr>
          <a:xfrm xmlns:a="http://schemas.openxmlformats.org/drawingml/2006/main">
            <a:off x="4619625" y="2781300"/>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Java for Cedar</a:t>
            </a:r>
          </a:p>
        </p:txBody>
      </p:sp>
      <p:sp>
        <p:nvSpPr>
          <p:cNvPr id="14" name="">
            <a:extLst xmlns:a="http://schemas.openxmlformats.org/drawingml/2006/main">
              <a:ext uri="{FF2B5EF4-FFF2-40B4-BE49-F238E27FC236}">
                <a16:creationId xmlns:a16="http://schemas.microsoft.com/office/drawing/2014/main" id="{F5CD6A47-3AFB-4529-9295-FA01A7C2C28A}"/>
              </a:ext>
            </a:extLst>
          </p:cNvPr>
          <p:cNvSpPr>
            <a:spLocks xmlns:a="http://schemas.openxmlformats.org/drawingml/2006/main" noGrp="1"/>
          </p:cNvSpPr>
          <p:nvPr/>
        </p:nvSpPr>
        <p:spPr>
          <a:xfrm xmlns:a="http://schemas.openxmlformats.org/drawingml/2006/main">
            <a:off x="4619625" y="3276600"/>
            <a:ext cx="2952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A specific project requires Java.</a:t>
            </a:r>
          </a:p>
        </p:txBody>
      </p:sp>
      <p:sp>
        <p:nvSpPr>
          <p:cNvPr id="15" name="">
            <a:extLst xmlns:a="http://schemas.openxmlformats.org/drawingml/2006/main">
              <a:ext uri="{FF2B5EF4-FFF2-40B4-BE49-F238E27FC236}">
                <a16:creationId xmlns:a16="http://schemas.microsoft.com/office/drawing/2014/main" id="{401C56C6-AB0B-45D1-B051-68096B32C5D1}"/>
              </a:ext>
            </a:extLst>
          </p:cNvPr>
          <p:cNvSpPr>
            <a:spLocks xmlns:a="http://schemas.openxmlformats.org/drawingml/2006/main" noGrp="1"/>
          </p:cNvSpPr>
          <p:nvPr/>
        </p:nvSpPr>
        <p:spPr>
          <a:xfrm xmlns:a="http://schemas.openxmlformats.org/drawingml/2006/main">
            <a:off x="8239125" y="2266950"/>
            <a:ext cx="3333750" cy="2476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CFBFB00-6484-40B8-9459-C37DF1D5080B}"/>
              </a:ext>
            </a:extLst>
          </p:cNvPr>
          <p:cNvSpPr>
            <a:spLocks xmlns:a="http://schemas.openxmlformats.org/drawingml/2006/main" noGrp="1"/>
          </p:cNvSpPr>
          <p:nvPr/>
        </p:nvSpPr>
        <p:spPr>
          <a:xfrm xmlns:a="http://schemas.openxmlformats.org/drawingml/2006/main">
            <a:off x="8239125" y="2266950"/>
            <a:ext cx="47625" cy="2476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A33C91C-548C-4437-BF19-BBAF45917BE1}"/>
              </a:ext>
            </a:extLst>
          </p:cNvPr>
          <p:cNvSpPr>
            <a:spLocks xmlns:a="http://schemas.openxmlformats.org/drawingml/2006/main" noGrp="1"/>
          </p:cNvSpPr>
          <p:nvPr/>
        </p:nvSpPr>
        <p:spPr>
          <a:xfrm xmlns:a="http://schemas.openxmlformats.org/drawingml/2006/main">
            <a:off x="8429625" y="243840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RISK</a:t>
            </a:r>
          </a:p>
        </p:txBody>
      </p:sp>
      <p:sp>
        <p:nvSpPr>
          <p:cNvPr id="18" name="">
            <a:extLst xmlns:a="http://schemas.openxmlformats.org/drawingml/2006/main">
              <a:ext uri="{FF2B5EF4-FFF2-40B4-BE49-F238E27FC236}">
                <a16:creationId xmlns:a16="http://schemas.microsoft.com/office/drawing/2014/main" id="{C3D26687-DE82-4005-A547-00A8994460E1}"/>
              </a:ext>
            </a:extLst>
          </p:cNvPr>
          <p:cNvSpPr>
            <a:spLocks xmlns:a="http://schemas.openxmlformats.org/drawingml/2006/main" noGrp="1"/>
          </p:cNvSpPr>
          <p:nvPr/>
        </p:nvSpPr>
        <p:spPr>
          <a:xfrm xmlns:a="http://schemas.openxmlformats.org/drawingml/2006/main">
            <a:off x="8429625" y="2781300"/>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Wrong context</a:t>
            </a:r>
          </a:p>
        </p:txBody>
      </p:sp>
      <p:sp>
        <p:nvSpPr>
          <p:cNvPr id="19" name="">
            <a:extLst xmlns:a="http://schemas.openxmlformats.org/drawingml/2006/main">
              <a:ext uri="{FF2B5EF4-FFF2-40B4-BE49-F238E27FC236}">
                <a16:creationId xmlns:a16="http://schemas.microsoft.com/office/drawing/2014/main" id="{496ADEF2-1EA9-4E3F-ABFE-9FA95DABA94A}"/>
              </a:ext>
            </a:extLst>
          </p:cNvPr>
          <p:cNvSpPr>
            <a:spLocks xmlns:a="http://schemas.openxmlformats.org/drawingml/2006/main" noGrp="1"/>
          </p:cNvSpPr>
          <p:nvPr/>
        </p:nvSpPr>
        <p:spPr>
          <a:xfrm xmlns:a="http://schemas.openxmlformats.org/drawingml/2006/main">
            <a:off x="8429625" y="3276600"/>
            <a:ext cx="2952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An answer that applies Python to Cedar misses the task-specific requirement.</a:t>
            </a:r>
          </a:p>
        </p:txBody>
      </p:sp>
      <p:sp>
        <p:nvSpPr>
          <p:cNvPr id="20" name="">
            <a:extLst xmlns:a="http://schemas.openxmlformats.org/drawingml/2006/main">
              <a:ext uri="{FF2B5EF4-FFF2-40B4-BE49-F238E27FC236}">
                <a16:creationId xmlns:a16="http://schemas.microsoft.com/office/drawing/2014/main" id="{81E93738-655F-45AF-AA52-7AF783D71502}"/>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D32D7A7-517B-452B-8CCB-39F34431C632}"/>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Example for explanation. Real audits retain the source, question, answer and assessment.</a:t>
            </a:r>
          </a:p>
        </p:txBody>
      </p:sp>
    </p:spTree>
    <p:extLst>
      <p:ext uri="{BB962C8B-B14F-4D97-AF65-F5344CB8AC3E}">
        <p14:creationId xmlns:p14="http://schemas.microsoft.com/office/powerpoint/2010/main" val="54375856"/>
      </p:ext>
    </p:extLst>
  </p:cSld>
</p:sld>
</file>

<file path=ppt/slides/slide3.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B088671-3C40-4A9B-ACE9-6968B42A813F}"/>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BFFFAA5-B250-4B29-A0F3-76A992884A64}"/>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1     •     03</a:t>
            </a:r>
          </a:p>
        </p:txBody>
      </p:sp>
      <p:sp>
        <p:nvSpPr>
          <p:cNvPr id="3" name="">
            <a:extLst xmlns:a="http://schemas.openxmlformats.org/drawingml/2006/main">
              <a:ext uri="{FF2B5EF4-FFF2-40B4-BE49-F238E27FC236}">
                <a16:creationId xmlns:a16="http://schemas.microsoft.com/office/drawing/2014/main" id="{4ABDE6D6-F460-4DC3-9666-196025F6B702}"/>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How the auditor works</a:t>
            </a:r>
          </a:p>
        </p:txBody>
      </p:sp>
      <p:sp>
        <p:nvSpPr>
          <p:cNvPr id="4" name="">
            <a:extLst xmlns:a="http://schemas.openxmlformats.org/drawingml/2006/main">
              <a:ext uri="{FF2B5EF4-FFF2-40B4-BE49-F238E27FC236}">
                <a16:creationId xmlns:a16="http://schemas.microsoft.com/office/drawing/2014/main" id="{D3B0DD8B-6A6E-4658-8EBA-C63274F29E2F}"/>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A human confirms the source facts before the target is tested.</a:t>
            </a:r>
          </a:p>
        </p:txBody>
      </p:sp>
      <p:sp>
        <p:nvSpPr>
          <p:cNvPr id="5" name="">
            <a:extLst xmlns:a="http://schemas.openxmlformats.org/drawingml/2006/main">
              <a:ext uri="{FF2B5EF4-FFF2-40B4-BE49-F238E27FC236}">
                <a16:creationId xmlns:a16="http://schemas.microsoft.com/office/drawing/2014/main" id="{5B68078E-B931-43EB-8A38-1DD0666E8B20}"/>
              </a:ext>
            </a:extLst>
          </p:cNvPr>
          <p:cNvSpPr>
            <a:spLocks xmlns:a="http://schemas.openxmlformats.org/drawingml/2006/main" noGrp="1"/>
          </p:cNvSpPr>
          <p:nvPr/>
        </p:nvSpPr>
        <p:spPr>
          <a:xfrm xmlns:a="http://schemas.openxmlformats.org/drawingml/2006/main">
            <a:off x="600075" y="2476500"/>
            <a:ext cx="1924050" cy="1428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7C52B52-1CCA-4296-9C7E-90A499560A77}"/>
              </a:ext>
            </a:extLst>
          </p:cNvPr>
          <p:cNvSpPr>
            <a:spLocks xmlns:a="http://schemas.openxmlformats.org/drawingml/2006/main" noGrp="1"/>
          </p:cNvSpPr>
          <p:nvPr/>
        </p:nvSpPr>
        <p:spPr>
          <a:xfrm xmlns:a="http://schemas.openxmlformats.org/drawingml/2006/main">
            <a:off x="600075" y="2476500"/>
            <a:ext cx="47625" cy="14287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00182D8-ED7B-47A3-80B0-78C33AA5BBB4}"/>
              </a:ext>
            </a:extLst>
          </p:cNvPr>
          <p:cNvSpPr>
            <a:spLocks xmlns:a="http://schemas.openxmlformats.org/drawingml/2006/main" noGrp="1"/>
          </p:cNvSpPr>
          <p:nvPr/>
        </p:nvSpPr>
        <p:spPr>
          <a:xfrm xmlns:a="http://schemas.openxmlformats.org/drawingml/2006/main">
            <a:off x="771525" y="2667000"/>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1">
                <a:solidFill>
                  <a:srgbClr val="087F8C"/>
                </a:solidFill>
                <a:latin typeface="Arial"/>
                <a:ea typeface="Arial"/>
                <a:cs typeface="Arial"/>
              </a:defRPr>
            </a:defPPr>
            <a:lvl1pPr algn="l">
              <a:buNone/>
              <a:defRPr sz="1200" b="1">
                <a:solidFill>
                  <a:srgbClr val="087F8C"/>
                </a:solidFill>
                <a:latin typeface="Arial"/>
                <a:ea typeface="Arial"/>
                <a:cs typeface="Arial"/>
              </a:defRPr>
            </a:lvl1pPr>
            <a:lvl2pPr algn="l">
              <a:buNone/>
              <a:defRPr sz="1200" b="1">
                <a:solidFill>
                  <a:srgbClr val="087F8C"/>
                </a:solidFill>
                <a:latin typeface="Arial"/>
                <a:ea typeface="Arial"/>
                <a:cs typeface="Arial"/>
              </a:defRPr>
            </a:lvl2pPr>
            <a:lvl3pPr algn="l">
              <a:buNone/>
              <a:defRPr sz="1200" b="1">
                <a:solidFill>
                  <a:srgbClr val="087F8C"/>
                </a:solidFill>
                <a:latin typeface="Arial"/>
                <a:ea typeface="Arial"/>
                <a:cs typeface="Arial"/>
              </a:defRPr>
            </a:lvl3pPr>
            <a:lvl4pPr algn="l">
              <a:buNone/>
              <a:defRPr sz="1200" b="1">
                <a:solidFill>
                  <a:srgbClr val="087F8C"/>
                </a:solidFill>
                <a:latin typeface="Arial"/>
                <a:ea typeface="Arial"/>
                <a:cs typeface="Arial"/>
              </a:defRPr>
            </a:lvl4pPr>
            <a:lvl5pPr algn="l">
              <a:buNone/>
              <a:defRPr sz="1200" b="1">
                <a:solidFill>
                  <a:srgbClr val="087F8C"/>
                </a:solidFill>
                <a:latin typeface="Arial"/>
                <a:ea typeface="Arial"/>
                <a:cs typeface="Arial"/>
              </a:defRPr>
            </a:lvl5pPr>
            <a:lvl6pPr algn="l">
              <a:buNone/>
              <a:defRPr sz="1200" b="1">
                <a:solidFill>
                  <a:srgbClr val="087F8C"/>
                </a:solidFill>
                <a:latin typeface="Arial"/>
                <a:ea typeface="Arial"/>
                <a:cs typeface="Arial"/>
              </a:defRPr>
            </a:lvl6pPr>
            <a:lvl7pPr algn="l">
              <a:buNone/>
              <a:defRPr sz="1200" b="1">
                <a:solidFill>
                  <a:srgbClr val="087F8C"/>
                </a:solidFill>
                <a:latin typeface="Arial"/>
                <a:ea typeface="Arial"/>
                <a:cs typeface="Arial"/>
              </a:defRPr>
            </a:lvl7pPr>
            <a:lvl8pPr algn="l">
              <a:buNone/>
              <a:defRPr sz="1200" b="1">
                <a:solidFill>
                  <a:srgbClr val="087F8C"/>
                </a:solidFill>
                <a:latin typeface="Arial"/>
                <a:ea typeface="Arial"/>
                <a:cs typeface="Arial"/>
              </a:defRPr>
            </a:lvl8pPr>
            <a:lvl9pPr algn="l">
              <a:buNone/>
              <a:defRPr sz="1200" b="1">
                <a:solidFill>
                  <a:srgbClr val="087F8C"/>
                </a:solidFill>
                <a:latin typeface="Arial"/>
                <a:ea typeface="Arial"/>
                <a:cs typeface="Arial"/>
              </a:defRPr>
            </a:lvl9pPr>
          </a:lstStyle>
          <a:p xmlns:a="http://schemas.openxmlformats.org/drawingml/2006/main">
            <a:pPr algn="l">
              <a:buNone/>
              <a:defRPr sz="1200" b="1">
                <a:solidFill>
                  <a:srgbClr val="087F8C"/>
                </a:solidFill>
                <a:latin typeface="Arial"/>
                <a:ea typeface="Arial"/>
                <a:cs typeface="Arial"/>
              </a:defRPr>
            </a:pPr>
            <a:r>
              <a:rPr sz="1200" b="1">
                <a:solidFill>
                  <a:srgbClr val="087F8C"/>
                </a:solidFill>
                <a:latin typeface="Arial"/>
                <a:ea typeface="Arial"/>
                <a:cs typeface="Arial"/>
              </a:rPr>
              <a:t>1  SOURCE</a:t>
            </a:r>
          </a:p>
        </p:txBody>
      </p:sp>
      <p:sp>
        <p:nvSpPr>
          <p:cNvPr id="8" name="">
            <a:extLst xmlns:a="http://schemas.openxmlformats.org/drawingml/2006/main">
              <a:ext uri="{FF2B5EF4-FFF2-40B4-BE49-F238E27FC236}">
                <a16:creationId xmlns:a16="http://schemas.microsoft.com/office/drawing/2014/main" id="{43C811AF-7A86-4EAD-BA33-B0B2DC746D44}"/>
              </a:ext>
            </a:extLst>
          </p:cNvPr>
          <p:cNvSpPr>
            <a:spLocks xmlns:a="http://schemas.openxmlformats.org/drawingml/2006/main" noGrp="1"/>
          </p:cNvSpPr>
          <p:nvPr/>
        </p:nvSpPr>
        <p:spPr>
          <a:xfrm xmlns:a="http://schemas.openxmlformats.org/drawingml/2006/main">
            <a:off x="771525" y="3143250"/>
            <a:ext cx="157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152B3C"/>
                </a:solidFill>
                <a:latin typeface="Arial"/>
                <a:ea typeface="Arial"/>
                <a:cs typeface="Arial"/>
              </a:defRPr>
            </a:defPPr>
            <a:lvl1pPr algn="l">
              <a:buNone/>
              <a:defRPr sz="1725" b="1">
                <a:solidFill>
                  <a:srgbClr val="152B3C"/>
                </a:solidFill>
                <a:latin typeface="Arial"/>
                <a:ea typeface="Arial"/>
                <a:cs typeface="Arial"/>
              </a:defRPr>
            </a:lvl1pPr>
            <a:lvl2pPr algn="l">
              <a:buNone/>
              <a:defRPr sz="1725" b="1">
                <a:solidFill>
                  <a:srgbClr val="152B3C"/>
                </a:solidFill>
                <a:latin typeface="Arial"/>
                <a:ea typeface="Arial"/>
                <a:cs typeface="Arial"/>
              </a:defRPr>
            </a:lvl2pPr>
            <a:lvl3pPr algn="l">
              <a:buNone/>
              <a:defRPr sz="1725" b="1">
                <a:solidFill>
                  <a:srgbClr val="152B3C"/>
                </a:solidFill>
                <a:latin typeface="Arial"/>
                <a:ea typeface="Arial"/>
                <a:cs typeface="Arial"/>
              </a:defRPr>
            </a:lvl3pPr>
            <a:lvl4pPr algn="l">
              <a:buNone/>
              <a:defRPr sz="1725" b="1">
                <a:solidFill>
                  <a:srgbClr val="152B3C"/>
                </a:solidFill>
                <a:latin typeface="Arial"/>
                <a:ea typeface="Arial"/>
                <a:cs typeface="Arial"/>
              </a:defRPr>
            </a:lvl4pPr>
            <a:lvl5pPr algn="l">
              <a:buNone/>
              <a:defRPr sz="1725" b="1">
                <a:solidFill>
                  <a:srgbClr val="152B3C"/>
                </a:solidFill>
                <a:latin typeface="Arial"/>
                <a:ea typeface="Arial"/>
                <a:cs typeface="Arial"/>
              </a:defRPr>
            </a:lvl5pPr>
            <a:lvl6pPr algn="l">
              <a:buNone/>
              <a:defRPr sz="1725" b="1">
                <a:solidFill>
                  <a:srgbClr val="152B3C"/>
                </a:solidFill>
                <a:latin typeface="Arial"/>
                <a:ea typeface="Arial"/>
                <a:cs typeface="Arial"/>
              </a:defRPr>
            </a:lvl6pPr>
            <a:lvl7pPr algn="l">
              <a:buNone/>
              <a:defRPr sz="1725" b="1">
                <a:solidFill>
                  <a:srgbClr val="152B3C"/>
                </a:solidFill>
                <a:latin typeface="Arial"/>
                <a:ea typeface="Arial"/>
                <a:cs typeface="Arial"/>
              </a:defRPr>
            </a:lvl7pPr>
            <a:lvl8pPr algn="l">
              <a:buNone/>
              <a:defRPr sz="1725" b="1">
                <a:solidFill>
                  <a:srgbClr val="152B3C"/>
                </a:solidFill>
                <a:latin typeface="Arial"/>
                <a:ea typeface="Arial"/>
                <a:cs typeface="Arial"/>
              </a:defRPr>
            </a:lvl8pPr>
            <a:lvl9pPr algn="l">
              <a:buNone/>
              <a:defRPr sz="1725" b="1">
                <a:solidFill>
                  <a:srgbClr val="152B3C"/>
                </a:solidFill>
                <a:latin typeface="Arial"/>
                <a:ea typeface="Arial"/>
                <a:cs typeface="Arial"/>
              </a:defRPr>
            </a:lvl9pPr>
          </a:lstStyle>
          <a:p xmlns:a="http://schemas.openxmlformats.org/drawingml/2006/main">
            <a:pPr algn="l">
              <a:buNone/>
              <a:defRPr sz="1725" b="1">
                <a:solidFill>
                  <a:srgbClr val="152B3C"/>
                </a:solidFill>
                <a:latin typeface="Arial"/>
                <a:ea typeface="Arial"/>
                <a:cs typeface="Arial"/>
              </a:defRPr>
            </a:pPr>
            <a:r>
              <a:rPr sz="1725" b="1">
                <a:solidFill>
                  <a:srgbClr val="152B3C"/>
                </a:solidFill>
                <a:latin typeface="Arial"/>
                <a:ea typeface="Arial"/>
                <a:cs typeface="Arial"/>
              </a:rPr>
              <a:t>Dialogue</a:t>
            </a:r>
          </a:p>
        </p:txBody>
      </p:sp>
      <p:sp>
        <p:nvSpPr>
          <p:cNvPr id="9" name="">
            <a:extLst xmlns:a="http://schemas.openxmlformats.org/drawingml/2006/main">
              <a:ext uri="{FF2B5EF4-FFF2-40B4-BE49-F238E27FC236}">
                <a16:creationId xmlns:a16="http://schemas.microsoft.com/office/drawing/2014/main" id="{99E7E6DC-BE7D-44DD-8291-6D18A94A9704}"/>
              </a:ext>
            </a:extLst>
          </p:cNvPr>
          <p:cNvSpPr>
            <a:spLocks xmlns:a="http://schemas.openxmlformats.org/drawingml/2006/main" noGrp="1"/>
          </p:cNvSpPr>
          <p:nvPr/>
        </p:nvSpPr>
        <p:spPr>
          <a:xfrm xmlns:a="http://schemas.openxmlformats.org/drawingml/2006/main">
            <a:off x="2562225" y="3000375"/>
            <a:ext cx="2762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2475" b="1">
                <a:solidFill>
                  <a:srgbClr val="087F8C"/>
                </a:solidFill>
                <a:latin typeface="Arial"/>
                <a:ea typeface="Arial"/>
                <a:cs typeface="Arial"/>
              </a:defRPr>
            </a:defPPr>
            <a:lvl1pPr algn="ctr">
              <a:buNone/>
              <a:defRPr sz="2475" b="1">
                <a:solidFill>
                  <a:srgbClr val="087F8C"/>
                </a:solidFill>
                <a:latin typeface="Arial"/>
                <a:ea typeface="Arial"/>
                <a:cs typeface="Arial"/>
              </a:defRPr>
            </a:lvl1pPr>
            <a:lvl2pPr algn="ctr">
              <a:buNone/>
              <a:defRPr sz="2475" b="1">
                <a:solidFill>
                  <a:srgbClr val="087F8C"/>
                </a:solidFill>
                <a:latin typeface="Arial"/>
                <a:ea typeface="Arial"/>
                <a:cs typeface="Arial"/>
              </a:defRPr>
            </a:lvl2pPr>
            <a:lvl3pPr algn="ctr">
              <a:buNone/>
              <a:defRPr sz="2475" b="1">
                <a:solidFill>
                  <a:srgbClr val="087F8C"/>
                </a:solidFill>
                <a:latin typeface="Arial"/>
                <a:ea typeface="Arial"/>
                <a:cs typeface="Arial"/>
              </a:defRPr>
            </a:lvl3pPr>
            <a:lvl4pPr algn="ctr">
              <a:buNone/>
              <a:defRPr sz="2475" b="1">
                <a:solidFill>
                  <a:srgbClr val="087F8C"/>
                </a:solidFill>
                <a:latin typeface="Arial"/>
                <a:ea typeface="Arial"/>
                <a:cs typeface="Arial"/>
              </a:defRPr>
            </a:lvl4pPr>
            <a:lvl5pPr algn="ctr">
              <a:buNone/>
              <a:defRPr sz="2475" b="1">
                <a:solidFill>
                  <a:srgbClr val="087F8C"/>
                </a:solidFill>
                <a:latin typeface="Arial"/>
                <a:ea typeface="Arial"/>
                <a:cs typeface="Arial"/>
              </a:defRPr>
            </a:lvl5pPr>
            <a:lvl6pPr algn="ctr">
              <a:buNone/>
              <a:defRPr sz="2475" b="1">
                <a:solidFill>
                  <a:srgbClr val="087F8C"/>
                </a:solidFill>
                <a:latin typeface="Arial"/>
                <a:ea typeface="Arial"/>
                <a:cs typeface="Arial"/>
              </a:defRPr>
            </a:lvl6pPr>
            <a:lvl7pPr algn="ctr">
              <a:buNone/>
              <a:defRPr sz="2475" b="1">
                <a:solidFill>
                  <a:srgbClr val="087F8C"/>
                </a:solidFill>
                <a:latin typeface="Arial"/>
                <a:ea typeface="Arial"/>
                <a:cs typeface="Arial"/>
              </a:defRPr>
            </a:lvl7pPr>
            <a:lvl8pPr algn="ctr">
              <a:buNone/>
              <a:defRPr sz="2475" b="1">
                <a:solidFill>
                  <a:srgbClr val="087F8C"/>
                </a:solidFill>
                <a:latin typeface="Arial"/>
                <a:ea typeface="Arial"/>
                <a:cs typeface="Arial"/>
              </a:defRPr>
            </a:lvl8pPr>
            <a:lvl9pPr algn="ctr">
              <a:buNone/>
              <a:defRPr sz="2475" b="1">
                <a:solidFill>
                  <a:srgbClr val="087F8C"/>
                </a:solidFill>
                <a:latin typeface="Arial"/>
                <a:ea typeface="Arial"/>
                <a:cs typeface="Arial"/>
              </a:defRPr>
            </a:lvl9pPr>
          </a:lstStyle>
          <a:p xmlns:a="http://schemas.openxmlformats.org/drawingml/2006/main">
            <a:pPr algn="ctr">
              <a:buNone/>
              <a:defRPr sz="2475" b="1">
                <a:solidFill>
                  <a:srgbClr val="087F8C"/>
                </a:solidFill>
                <a:latin typeface="Arial"/>
                <a:ea typeface="Arial"/>
                <a:cs typeface="Arial"/>
              </a:defRPr>
            </a:pPr>
            <a:r>
              <a:rPr sz="2475" b="1">
                <a:solidFill>
                  <a:srgbClr val="087F8C"/>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8D770607-49B2-4A6C-A86A-06E5A3084DE8}"/>
              </a:ext>
            </a:extLst>
          </p:cNvPr>
          <p:cNvSpPr>
            <a:spLocks xmlns:a="http://schemas.openxmlformats.org/drawingml/2006/main" noGrp="1"/>
          </p:cNvSpPr>
          <p:nvPr/>
        </p:nvSpPr>
        <p:spPr>
          <a:xfrm xmlns:a="http://schemas.openxmlformats.org/drawingml/2006/main">
            <a:off x="2867025" y="2476500"/>
            <a:ext cx="1924050" cy="1428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3319D39-61D1-4B3C-B7B4-CC4FE24EE45B}"/>
              </a:ext>
            </a:extLst>
          </p:cNvPr>
          <p:cNvSpPr>
            <a:spLocks xmlns:a="http://schemas.openxmlformats.org/drawingml/2006/main" noGrp="1"/>
          </p:cNvSpPr>
          <p:nvPr/>
        </p:nvSpPr>
        <p:spPr>
          <a:xfrm xmlns:a="http://schemas.openxmlformats.org/drawingml/2006/main">
            <a:off x="2867025" y="2476500"/>
            <a:ext cx="47625" cy="14287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4600374-1EBE-4C97-8030-1DBF6D4B582C}"/>
              </a:ext>
            </a:extLst>
          </p:cNvPr>
          <p:cNvSpPr>
            <a:spLocks xmlns:a="http://schemas.openxmlformats.org/drawingml/2006/main" noGrp="1"/>
          </p:cNvSpPr>
          <p:nvPr/>
        </p:nvSpPr>
        <p:spPr>
          <a:xfrm xmlns:a="http://schemas.openxmlformats.org/drawingml/2006/main">
            <a:off x="3038475" y="2667000"/>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1">
                <a:solidFill>
                  <a:srgbClr val="087F8C"/>
                </a:solidFill>
                <a:latin typeface="Arial"/>
                <a:ea typeface="Arial"/>
                <a:cs typeface="Arial"/>
              </a:defRPr>
            </a:defPPr>
            <a:lvl1pPr algn="l">
              <a:buNone/>
              <a:defRPr sz="1200" b="1">
                <a:solidFill>
                  <a:srgbClr val="087F8C"/>
                </a:solidFill>
                <a:latin typeface="Arial"/>
                <a:ea typeface="Arial"/>
                <a:cs typeface="Arial"/>
              </a:defRPr>
            </a:lvl1pPr>
            <a:lvl2pPr algn="l">
              <a:buNone/>
              <a:defRPr sz="1200" b="1">
                <a:solidFill>
                  <a:srgbClr val="087F8C"/>
                </a:solidFill>
                <a:latin typeface="Arial"/>
                <a:ea typeface="Arial"/>
                <a:cs typeface="Arial"/>
              </a:defRPr>
            </a:lvl2pPr>
            <a:lvl3pPr algn="l">
              <a:buNone/>
              <a:defRPr sz="1200" b="1">
                <a:solidFill>
                  <a:srgbClr val="087F8C"/>
                </a:solidFill>
                <a:latin typeface="Arial"/>
                <a:ea typeface="Arial"/>
                <a:cs typeface="Arial"/>
              </a:defRPr>
            </a:lvl3pPr>
            <a:lvl4pPr algn="l">
              <a:buNone/>
              <a:defRPr sz="1200" b="1">
                <a:solidFill>
                  <a:srgbClr val="087F8C"/>
                </a:solidFill>
                <a:latin typeface="Arial"/>
                <a:ea typeface="Arial"/>
                <a:cs typeface="Arial"/>
              </a:defRPr>
            </a:lvl4pPr>
            <a:lvl5pPr algn="l">
              <a:buNone/>
              <a:defRPr sz="1200" b="1">
                <a:solidFill>
                  <a:srgbClr val="087F8C"/>
                </a:solidFill>
                <a:latin typeface="Arial"/>
                <a:ea typeface="Arial"/>
                <a:cs typeface="Arial"/>
              </a:defRPr>
            </a:lvl5pPr>
            <a:lvl6pPr algn="l">
              <a:buNone/>
              <a:defRPr sz="1200" b="1">
                <a:solidFill>
                  <a:srgbClr val="087F8C"/>
                </a:solidFill>
                <a:latin typeface="Arial"/>
                <a:ea typeface="Arial"/>
                <a:cs typeface="Arial"/>
              </a:defRPr>
            </a:lvl6pPr>
            <a:lvl7pPr algn="l">
              <a:buNone/>
              <a:defRPr sz="1200" b="1">
                <a:solidFill>
                  <a:srgbClr val="087F8C"/>
                </a:solidFill>
                <a:latin typeface="Arial"/>
                <a:ea typeface="Arial"/>
                <a:cs typeface="Arial"/>
              </a:defRPr>
            </a:lvl7pPr>
            <a:lvl8pPr algn="l">
              <a:buNone/>
              <a:defRPr sz="1200" b="1">
                <a:solidFill>
                  <a:srgbClr val="087F8C"/>
                </a:solidFill>
                <a:latin typeface="Arial"/>
                <a:ea typeface="Arial"/>
                <a:cs typeface="Arial"/>
              </a:defRPr>
            </a:lvl8pPr>
            <a:lvl9pPr algn="l">
              <a:buNone/>
              <a:defRPr sz="1200" b="1">
                <a:solidFill>
                  <a:srgbClr val="087F8C"/>
                </a:solidFill>
                <a:latin typeface="Arial"/>
                <a:ea typeface="Arial"/>
                <a:cs typeface="Arial"/>
              </a:defRPr>
            </a:lvl9pPr>
          </a:lstStyle>
          <a:p xmlns:a="http://schemas.openxmlformats.org/drawingml/2006/main">
            <a:pPr algn="l">
              <a:buNone/>
              <a:defRPr sz="1200" b="1">
                <a:solidFill>
                  <a:srgbClr val="087F8C"/>
                </a:solidFill>
                <a:latin typeface="Arial"/>
                <a:ea typeface="Arial"/>
                <a:cs typeface="Arial"/>
              </a:defRPr>
            </a:pPr>
            <a:r>
              <a:rPr sz="1200" b="1">
                <a:solidFill>
                  <a:srgbClr val="087F8C"/>
                </a:solidFill>
                <a:latin typeface="Arial"/>
                <a:ea typeface="Arial"/>
                <a:cs typeface="Arial"/>
              </a:rPr>
              <a:t>2  EXTRACT</a:t>
            </a:r>
          </a:p>
        </p:txBody>
      </p:sp>
      <p:sp>
        <p:nvSpPr>
          <p:cNvPr id="13" name="">
            <a:extLst xmlns:a="http://schemas.openxmlformats.org/drawingml/2006/main">
              <a:ext uri="{FF2B5EF4-FFF2-40B4-BE49-F238E27FC236}">
                <a16:creationId xmlns:a16="http://schemas.microsoft.com/office/drawing/2014/main" id="{C9B7D1B4-1C32-4FF7-A676-8D05682B0E21}"/>
              </a:ext>
            </a:extLst>
          </p:cNvPr>
          <p:cNvSpPr>
            <a:spLocks xmlns:a="http://schemas.openxmlformats.org/drawingml/2006/main" noGrp="1"/>
          </p:cNvSpPr>
          <p:nvPr/>
        </p:nvSpPr>
        <p:spPr>
          <a:xfrm xmlns:a="http://schemas.openxmlformats.org/drawingml/2006/main">
            <a:off x="3038475" y="3143250"/>
            <a:ext cx="157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152B3C"/>
                </a:solidFill>
                <a:latin typeface="Arial"/>
                <a:ea typeface="Arial"/>
                <a:cs typeface="Arial"/>
              </a:defRPr>
            </a:defPPr>
            <a:lvl1pPr algn="l">
              <a:buNone/>
              <a:defRPr sz="1725" b="1">
                <a:solidFill>
                  <a:srgbClr val="152B3C"/>
                </a:solidFill>
                <a:latin typeface="Arial"/>
                <a:ea typeface="Arial"/>
                <a:cs typeface="Arial"/>
              </a:defRPr>
            </a:lvl1pPr>
            <a:lvl2pPr algn="l">
              <a:buNone/>
              <a:defRPr sz="1725" b="1">
                <a:solidFill>
                  <a:srgbClr val="152B3C"/>
                </a:solidFill>
                <a:latin typeface="Arial"/>
                <a:ea typeface="Arial"/>
                <a:cs typeface="Arial"/>
              </a:defRPr>
            </a:lvl2pPr>
            <a:lvl3pPr algn="l">
              <a:buNone/>
              <a:defRPr sz="1725" b="1">
                <a:solidFill>
                  <a:srgbClr val="152B3C"/>
                </a:solidFill>
                <a:latin typeface="Arial"/>
                <a:ea typeface="Arial"/>
                <a:cs typeface="Arial"/>
              </a:defRPr>
            </a:lvl3pPr>
            <a:lvl4pPr algn="l">
              <a:buNone/>
              <a:defRPr sz="1725" b="1">
                <a:solidFill>
                  <a:srgbClr val="152B3C"/>
                </a:solidFill>
                <a:latin typeface="Arial"/>
                <a:ea typeface="Arial"/>
                <a:cs typeface="Arial"/>
              </a:defRPr>
            </a:lvl4pPr>
            <a:lvl5pPr algn="l">
              <a:buNone/>
              <a:defRPr sz="1725" b="1">
                <a:solidFill>
                  <a:srgbClr val="152B3C"/>
                </a:solidFill>
                <a:latin typeface="Arial"/>
                <a:ea typeface="Arial"/>
                <a:cs typeface="Arial"/>
              </a:defRPr>
            </a:lvl5pPr>
            <a:lvl6pPr algn="l">
              <a:buNone/>
              <a:defRPr sz="1725" b="1">
                <a:solidFill>
                  <a:srgbClr val="152B3C"/>
                </a:solidFill>
                <a:latin typeface="Arial"/>
                <a:ea typeface="Arial"/>
                <a:cs typeface="Arial"/>
              </a:defRPr>
            </a:lvl6pPr>
            <a:lvl7pPr algn="l">
              <a:buNone/>
              <a:defRPr sz="1725" b="1">
                <a:solidFill>
                  <a:srgbClr val="152B3C"/>
                </a:solidFill>
                <a:latin typeface="Arial"/>
                <a:ea typeface="Arial"/>
                <a:cs typeface="Arial"/>
              </a:defRPr>
            </a:lvl7pPr>
            <a:lvl8pPr algn="l">
              <a:buNone/>
              <a:defRPr sz="1725" b="1">
                <a:solidFill>
                  <a:srgbClr val="152B3C"/>
                </a:solidFill>
                <a:latin typeface="Arial"/>
                <a:ea typeface="Arial"/>
                <a:cs typeface="Arial"/>
              </a:defRPr>
            </a:lvl8pPr>
            <a:lvl9pPr algn="l">
              <a:buNone/>
              <a:defRPr sz="1725" b="1">
                <a:solidFill>
                  <a:srgbClr val="152B3C"/>
                </a:solidFill>
                <a:latin typeface="Arial"/>
                <a:ea typeface="Arial"/>
                <a:cs typeface="Arial"/>
              </a:defRPr>
            </a:lvl9pPr>
          </a:lstStyle>
          <a:p xmlns:a="http://schemas.openxmlformats.org/drawingml/2006/main">
            <a:pPr algn="l">
              <a:buNone/>
              <a:defRPr sz="1725" b="1">
                <a:solidFill>
                  <a:srgbClr val="152B3C"/>
                </a:solidFill>
                <a:latin typeface="Arial"/>
                <a:ea typeface="Arial"/>
                <a:cs typeface="Arial"/>
              </a:defRPr>
            </a:pPr>
            <a:r>
              <a:rPr sz="1725" b="1">
                <a:solidFill>
                  <a:srgbClr val="152B3C"/>
                </a:solidFill>
                <a:latin typeface="Arial"/>
                <a:ea typeface="Arial"/>
                <a:cs typeface="Arial"/>
              </a:rPr>
              <a:t>Facts + links</a:t>
            </a:r>
          </a:p>
        </p:txBody>
      </p:sp>
      <p:sp>
        <p:nvSpPr>
          <p:cNvPr id="14" name="">
            <a:extLst xmlns:a="http://schemas.openxmlformats.org/drawingml/2006/main">
              <a:ext uri="{FF2B5EF4-FFF2-40B4-BE49-F238E27FC236}">
                <a16:creationId xmlns:a16="http://schemas.microsoft.com/office/drawing/2014/main" id="{6B5690CC-C203-4E3A-8F59-B100BCA96604}"/>
              </a:ext>
            </a:extLst>
          </p:cNvPr>
          <p:cNvSpPr>
            <a:spLocks xmlns:a="http://schemas.openxmlformats.org/drawingml/2006/main" noGrp="1"/>
          </p:cNvSpPr>
          <p:nvPr/>
        </p:nvSpPr>
        <p:spPr>
          <a:xfrm xmlns:a="http://schemas.openxmlformats.org/drawingml/2006/main">
            <a:off x="4829175" y="3000375"/>
            <a:ext cx="2762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2475" b="1">
                <a:solidFill>
                  <a:srgbClr val="087F8C"/>
                </a:solidFill>
                <a:latin typeface="Arial"/>
                <a:ea typeface="Arial"/>
                <a:cs typeface="Arial"/>
              </a:defRPr>
            </a:defPPr>
            <a:lvl1pPr algn="ctr">
              <a:buNone/>
              <a:defRPr sz="2475" b="1">
                <a:solidFill>
                  <a:srgbClr val="087F8C"/>
                </a:solidFill>
                <a:latin typeface="Arial"/>
                <a:ea typeface="Arial"/>
                <a:cs typeface="Arial"/>
              </a:defRPr>
            </a:lvl1pPr>
            <a:lvl2pPr algn="ctr">
              <a:buNone/>
              <a:defRPr sz="2475" b="1">
                <a:solidFill>
                  <a:srgbClr val="087F8C"/>
                </a:solidFill>
                <a:latin typeface="Arial"/>
                <a:ea typeface="Arial"/>
                <a:cs typeface="Arial"/>
              </a:defRPr>
            </a:lvl2pPr>
            <a:lvl3pPr algn="ctr">
              <a:buNone/>
              <a:defRPr sz="2475" b="1">
                <a:solidFill>
                  <a:srgbClr val="087F8C"/>
                </a:solidFill>
                <a:latin typeface="Arial"/>
                <a:ea typeface="Arial"/>
                <a:cs typeface="Arial"/>
              </a:defRPr>
            </a:lvl3pPr>
            <a:lvl4pPr algn="ctr">
              <a:buNone/>
              <a:defRPr sz="2475" b="1">
                <a:solidFill>
                  <a:srgbClr val="087F8C"/>
                </a:solidFill>
                <a:latin typeface="Arial"/>
                <a:ea typeface="Arial"/>
                <a:cs typeface="Arial"/>
              </a:defRPr>
            </a:lvl4pPr>
            <a:lvl5pPr algn="ctr">
              <a:buNone/>
              <a:defRPr sz="2475" b="1">
                <a:solidFill>
                  <a:srgbClr val="087F8C"/>
                </a:solidFill>
                <a:latin typeface="Arial"/>
                <a:ea typeface="Arial"/>
                <a:cs typeface="Arial"/>
              </a:defRPr>
            </a:lvl5pPr>
            <a:lvl6pPr algn="ctr">
              <a:buNone/>
              <a:defRPr sz="2475" b="1">
                <a:solidFill>
                  <a:srgbClr val="087F8C"/>
                </a:solidFill>
                <a:latin typeface="Arial"/>
                <a:ea typeface="Arial"/>
                <a:cs typeface="Arial"/>
              </a:defRPr>
            </a:lvl6pPr>
            <a:lvl7pPr algn="ctr">
              <a:buNone/>
              <a:defRPr sz="2475" b="1">
                <a:solidFill>
                  <a:srgbClr val="087F8C"/>
                </a:solidFill>
                <a:latin typeface="Arial"/>
                <a:ea typeface="Arial"/>
                <a:cs typeface="Arial"/>
              </a:defRPr>
            </a:lvl7pPr>
            <a:lvl8pPr algn="ctr">
              <a:buNone/>
              <a:defRPr sz="2475" b="1">
                <a:solidFill>
                  <a:srgbClr val="087F8C"/>
                </a:solidFill>
                <a:latin typeface="Arial"/>
                <a:ea typeface="Arial"/>
                <a:cs typeface="Arial"/>
              </a:defRPr>
            </a:lvl8pPr>
            <a:lvl9pPr algn="ctr">
              <a:buNone/>
              <a:defRPr sz="2475" b="1">
                <a:solidFill>
                  <a:srgbClr val="087F8C"/>
                </a:solidFill>
                <a:latin typeface="Arial"/>
                <a:ea typeface="Arial"/>
                <a:cs typeface="Arial"/>
              </a:defRPr>
            </a:lvl9pPr>
          </a:lstStyle>
          <a:p xmlns:a="http://schemas.openxmlformats.org/drawingml/2006/main">
            <a:pPr algn="ctr">
              <a:buNone/>
              <a:defRPr sz="2475" b="1">
                <a:solidFill>
                  <a:srgbClr val="087F8C"/>
                </a:solidFill>
                <a:latin typeface="Arial"/>
                <a:ea typeface="Arial"/>
                <a:cs typeface="Arial"/>
              </a:defRPr>
            </a:pPr>
            <a:r>
              <a:rPr sz="2475" b="1">
                <a:solidFill>
                  <a:srgbClr val="087F8C"/>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CAE3F315-8918-47ED-84A7-9819F6910B36}"/>
              </a:ext>
            </a:extLst>
          </p:cNvPr>
          <p:cNvSpPr>
            <a:spLocks xmlns:a="http://schemas.openxmlformats.org/drawingml/2006/main" noGrp="1"/>
          </p:cNvSpPr>
          <p:nvPr/>
        </p:nvSpPr>
        <p:spPr>
          <a:xfrm xmlns:a="http://schemas.openxmlformats.org/drawingml/2006/main">
            <a:off x="5133975" y="2476500"/>
            <a:ext cx="1924050" cy="1428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48B371C-66D6-4734-B10E-EF79715CFD07}"/>
              </a:ext>
            </a:extLst>
          </p:cNvPr>
          <p:cNvSpPr>
            <a:spLocks xmlns:a="http://schemas.openxmlformats.org/drawingml/2006/main" noGrp="1"/>
          </p:cNvSpPr>
          <p:nvPr/>
        </p:nvSpPr>
        <p:spPr>
          <a:xfrm xmlns:a="http://schemas.openxmlformats.org/drawingml/2006/main">
            <a:off x="5133975" y="2476500"/>
            <a:ext cx="47625" cy="14287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D27CC6C-645A-41AF-9DC1-DC409A903119}"/>
              </a:ext>
            </a:extLst>
          </p:cNvPr>
          <p:cNvSpPr>
            <a:spLocks xmlns:a="http://schemas.openxmlformats.org/drawingml/2006/main" noGrp="1"/>
          </p:cNvSpPr>
          <p:nvPr/>
        </p:nvSpPr>
        <p:spPr>
          <a:xfrm xmlns:a="http://schemas.openxmlformats.org/drawingml/2006/main">
            <a:off x="5305425" y="2667000"/>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1">
                <a:solidFill>
                  <a:srgbClr val="087F8C"/>
                </a:solidFill>
                <a:latin typeface="Arial"/>
                <a:ea typeface="Arial"/>
                <a:cs typeface="Arial"/>
              </a:defRPr>
            </a:defPPr>
            <a:lvl1pPr algn="l">
              <a:buNone/>
              <a:defRPr sz="1200" b="1">
                <a:solidFill>
                  <a:srgbClr val="087F8C"/>
                </a:solidFill>
                <a:latin typeface="Arial"/>
                <a:ea typeface="Arial"/>
                <a:cs typeface="Arial"/>
              </a:defRPr>
            </a:lvl1pPr>
            <a:lvl2pPr algn="l">
              <a:buNone/>
              <a:defRPr sz="1200" b="1">
                <a:solidFill>
                  <a:srgbClr val="087F8C"/>
                </a:solidFill>
                <a:latin typeface="Arial"/>
                <a:ea typeface="Arial"/>
                <a:cs typeface="Arial"/>
              </a:defRPr>
            </a:lvl2pPr>
            <a:lvl3pPr algn="l">
              <a:buNone/>
              <a:defRPr sz="1200" b="1">
                <a:solidFill>
                  <a:srgbClr val="087F8C"/>
                </a:solidFill>
                <a:latin typeface="Arial"/>
                <a:ea typeface="Arial"/>
                <a:cs typeface="Arial"/>
              </a:defRPr>
            </a:lvl3pPr>
            <a:lvl4pPr algn="l">
              <a:buNone/>
              <a:defRPr sz="1200" b="1">
                <a:solidFill>
                  <a:srgbClr val="087F8C"/>
                </a:solidFill>
                <a:latin typeface="Arial"/>
                <a:ea typeface="Arial"/>
                <a:cs typeface="Arial"/>
              </a:defRPr>
            </a:lvl4pPr>
            <a:lvl5pPr algn="l">
              <a:buNone/>
              <a:defRPr sz="1200" b="1">
                <a:solidFill>
                  <a:srgbClr val="087F8C"/>
                </a:solidFill>
                <a:latin typeface="Arial"/>
                <a:ea typeface="Arial"/>
                <a:cs typeface="Arial"/>
              </a:defRPr>
            </a:lvl5pPr>
            <a:lvl6pPr algn="l">
              <a:buNone/>
              <a:defRPr sz="1200" b="1">
                <a:solidFill>
                  <a:srgbClr val="087F8C"/>
                </a:solidFill>
                <a:latin typeface="Arial"/>
                <a:ea typeface="Arial"/>
                <a:cs typeface="Arial"/>
              </a:defRPr>
            </a:lvl6pPr>
            <a:lvl7pPr algn="l">
              <a:buNone/>
              <a:defRPr sz="1200" b="1">
                <a:solidFill>
                  <a:srgbClr val="087F8C"/>
                </a:solidFill>
                <a:latin typeface="Arial"/>
                <a:ea typeface="Arial"/>
                <a:cs typeface="Arial"/>
              </a:defRPr>
            </a:lvl7pPr>
            <a:lvl8pPr algn="l">
              <a:buNone/>
              <a:defRPr sz="1200" b="1">
                <a:solidFill>
                  <a:srgbClr val="087F8C"/>
                </a:solidFill>
                <a:latin typeface="Arial"/>
                <a:ea typeface="Arial"/>
                <a:cs typeface="Arial"/>
              </a:defRPr>
            </a:lvl8pPr>
            <a:lvl9pPr algn="l">
              <a:buNone/>
              <a:defRPr sz="1200" b="1">
                <a:solidFill>
                  <a:srgbClr val="087F8C"/>
                </a:solidFill>
                <a:latin typeface="Arial"/>
                <a:ea typeface="Arial"/>
                <a:cs typeface="Arial"/>
              </a:defRPr>
            </a:lvl9pPr>
          </a:lstStyle>
          <a:p xmlns:a="http://schemas.openxmlformats.org/drawingml/2006/main">
            <a:pPr algn="l">
              <a:buNone/>
              <a:defRPr sz="1200" b="1">
                <a:solidFill>
                  <a:srgbClr val="087F8C"/>
                </a:solidFill>
                <a:latin typeface="Arial"/>
                <a:ea typeface="Arial"/>
                <a:cs typeface="Arial"/>
              </a:defRPr>
            </a:pPr>
            <a:r>
              <a:rPr sz="1200" b="1">
                <a:solidFill>
                  <a:srgbClr val="087F8C"/>
                </a:solidFill>
                <a:latin typeface="Arial"/>
                <a:ea typeface="Arial"/>
                <a:cs typeface="Arial"/>
              </a:rPr>
              <a:t>3  CONFIRM</a:t>
            </a:r>
          </a:p>
        </p:txBody>
      </p:sp>
      <p:sp>
        <p:nvSpPr>
          <p:cNvPr id="18" name="">
            <a:extLst xmlns:a="http://schemas.openxmlformats.org/drawingml/2006/main">
              <a:ext uri="{FF2B5EF4-FFF2-40B4-BE49-F238E27FC236}">
                <a16:creationId xmlns:a16="http://schemas.microsoft.com/office/drawing/2014/main" id="{E5BAFDA3-B00D-4AFF-85AC-89F72FFC4ABF}"/>
              </a:ext>
            </a:extLst>
          </p:cNvPr>
          <p:cNvSpPr>
            <a:spLocks xmlns:a="http://schemas.openxmlformats.org/drawingml/2006/main" noGrp="1"/>
          </p:cNvSpPr>
          <p:nvPr/>
        </p:nvSpPr>
        <p:spPr>
          <a:xfrm xmlns:a="http://schemas.openxmlformats.org/drawingml/2006/main">
            <a:off x="5305425" y="3143250"/>
            <a:ext cx="157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152B3C"/>
                </a:solidFill>
                <a:latin typeface="Arial"/>
                <a:ea typeface="Arial"/>
                <a:cs typeface="Arial"/>
              </a:defRPr>
            </a:defPPr>
            <a:lvl1pPr algn="l">
              <a:buNone/>
              <a:defRPr sz="1725" b="1">
                <a:solidFill>
                  <a:srgbClr val="152B3C"/>
                </a:solidFill>
                <a:latin typeface="Arial"/>
                <a:ea typeface="Arial"/>
                <a:cs typeface="Arial"/>
              </a:defRPr>
            </a:lvl1pPr>
            <a:lvl2pPr algn="l">
              <a:buNone/>
              <a:defRPr sz="1725" b="1">
                <a:solidFill>
                  <a:srgbClr val="152B3C"/>
                </a:solidFill>
                <a:latin typeface="Arial"/>
                <a:ea typeface="Arial"/>
                <a:cs typeface="Arial"/>
              </a:defRPr>
            </a:lvl2pPr>
            <a:lvl3pPr algn="l">
              <a:buNone/>
              <a:defRPr sz="1725" b="1">
                <a:solidFill>
                  <a:srgbClr val="152B3C"/>
                </a:solidFill>
                <a:latin typeface="Arial"/>
                <a:ea typeface="Arial"/>
                <a:cs typeface="Arial"/>
              </a:defRPr>
            </a:lvl3pPr>
            <a:lvl4pPr algn="l">
              <a:buNone/>
              <a:defRPr sz="1725" b="1">
                <a:solidFill>
                  <a:srgbClr val="152B3C"/>
                </a:solidFill>
                <a:latin typeface="Arial"/>
                <a:ea typeface="Arial"/>
                <a:cs typeface="Arial"/>
              </a:defRPr>
            </a:lvl4pPr>
            <a:lvl5pPr algn="l">
              <a:buNone/>
              <a:defRPr sz="1725" b="1">
                <a:solidFill>
                  <a:srgbClr val="152B3C"/>
                </a:solidFill>
                <a:latin typeface="Arial"/>
                <a:ea typeface="Arial"/>
                <a:cs typeface="Arial"/>
              </a:defRPr>
            </a:lvl5pPr>
            <a:lvl6pPr algn="l">
              <a:buNone/>
              <a:defRPr sz="1725" b="1">
                <a:solidFill>
                  <a:srgbClr val="152B3C"/>
                </a:solidFill>
                <a:latin typeface="Arial"/>
                <a:ea typeface="Arial"/>
                <a:cs typeface="Arial"/>
              </a:defRPr>
            </a:lvl6pPr>
            <a:lvl7pPr algn="l">
              <a:buNone/>
              <a:defRPr sz="1725" b="1">
                <a:solidFill>
                  <a:srgbClr val="152B3C"/>
                </a:solidFill>
                <a:latin typeface="Arial"/>
                <a:ea typeface="Arial"/>
                <a:cs typeface="Arial"/>
              </a:defRPr>
            </a:lvl7pPr>
            <a:lvl8pPr algn="l">
              <a:buNone/>
              <a:defRPr sz="1725" b="1">
                <a:solidFill>
                  <a:srgbClr val="152B3C"/>
                </a:solidFill>
                <a:latin typeface="Arial"/>
                <a:ea typeface="Arial"/>
                <a:cs typeface="Arial"/>
              </a:defRPr>
            </a:lvl8pPr>
            <a:lvl9pPr algn="l">
              <a:buNone/>
              <a:defRPr sz="1725" b="1">
                <a:solidFill>
                  <a:srgbClr val="152B3C"/>
                </a:solidFill>
                <a:latin typeface="Arial"/>
                <a:ea typeface="Arial"/>
                <a:cs typeface="Arial"/>
              </a:defRPr>
            </a:lvl9pPr>
          </a:lstStyle>
          <a:p xmlns:a="http://schemas.openxmlformats.org/drawingml/2006/main">
            <a:pPr algn="l">
              <a:buNone/>
              <a:defRPr sz="1725" b="1">
                <a:solidFill>
                  <a:srgbClr val="152B3C"/>
                </a:solidFill>
                <a:latin typeface="Arial"/>
                <a:ea typeface="Arial"/>
                <a:cs typeface="Arial"/>
              </a:defRPr>
            </a:pPr>
            <a:r>
              <a:rPr sz="1725" b="1">
                <a:solidFill>
                  <a:srgbClr val="152B3C"/>
                </a:solidFill>
                <a:latin typeface="Arial"/>
                <a:ea typeface="Arial"/>
                <a:cs typeface="Arial"/>
              </a:rPr>
              <a:t>Human review</a:t>
            </a:r>
          </a:p>
        </p:txBody>
      </p:sp>
      <p:sp>
        <p:nvSpPr>
          <p:cNvPr id="19" name="">
            <a:extLst xmlns:a="http://schemas.openxmlformats.org/drawingml/2006/main">
              <a:ext uri="{FF2B5EF4-FFF2-40B4-BE49-F238E27FC236}">
                <a16:creationId xmlns:a16="http://schemas.microsoft.com/office/drawing/2014/main" id="{12AA8643-2EB0-4414-B80F-54A69A589055}"/>
              </a:ext>
            </a:extLst>
          </p:cNvPr>
          <p:cNvSpPr>
            <a:spLocks xmlns:a="http://schemas.openxmlformats.org/drawingml/2006/main" noGrp="1"/>
          </p:cNvSpPr>
          <p:nvPr/>
        </p:nvSpPr>
        <p:spPr>
          <a:xfrm xmlns:a="http://schemas.openxmlformats.org/drawingml/2006/main">
            <a:off x="7096125" y="3000375"/>
            <a:ext cx="2762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2475" b="1">
                <a:solidFill>
                  <a:srgbClr val="087F8C"/>
                </a:solidFill>
                <a:latin typeface="Arial"/>
                <a:ea typeface="Arial"/>
                <a:cs typeface="Arial"/>
              </a:defRPr>
            </a:defPPr>
            <a:lvl1pPr algn="ctr">
              <a:buNone/>
              <a:defRPr sz="2475" b="1">
                <a:solidFill>
                  <a:srgbClr val="087F8C"/>
                </a:solidFill>
                <a:latin typeface="Arial"/>
                <a:ea typeface="Arial"/>
                <a:cs typeface="Arial"/>
              </a:defRPr>
            </a:lvl1pPr>
            <a:lvl2pPr algn="ctr">
              <a:buNone/>
              <a:defRPr sz="2475" b="1">
                <a:solidFill>
                  <a:srgbClr val="087F8C"/>
                </a:solidFill>
                <a:latin typeface="Arial"/>
                <a:ea typeface="Arial"/>
                <a:cs typeface="Arial"/>
              </a:defRPr>
            </a:lvl2pPr>
            <a:lvl3pPr algn="ctr">
              <a:buNone/>
              <a:defRPr sz="2475" b="1">
                <a:solidFill>
                  <a:srgbClr val="087F8C"/>
                </a:solidFill>
                <a:latin typeface="Arial"/>
                <a:ea typeface="Arial"/>
                <a:cs typeface="Arial"/>
              </a:defRPr>
            </a:lvl3pPr>
            <a:lvl4pPr algn="ctr">
              <a:buNone/>
              <a:defRPr sz="2475" b="1">
                <a:solidFill>
                  <a:srgbClr val="087F8C"/>
                </a:solidFill>
                <a:latin typeface="Arial"/>
                <a:ea typeface="Arial"/>
                <a:cs typeface="Arial"/>
              </a:defRPr>
            </a:lvl4pPr>
            <a:lvl5pPr algn="ctr">
              <a:buNone/>
              <a:defRPr sz="2475" b="1">
                <a:solidFill>
                  <a:srgbClr val="087F8C"/>
                </a:solidFill>
                <a:latin typeface="Arial"/>
                <a:ea typeface="Arial"/>
                <a:cs typeface="Arial"/>
              </a:defRPr>
            </a:lvl5pPr>
            <a:lvl6pPr algn="ctr">
              <a:buNone/>
              <a:defRPr sz="2475" b="1">
                <a:solidFill>
                  <a:srgbClr val="087F8C"/>
                </a:solidFill>
                <a:latin typeface="Arial"/>
                <a:ea typeface="Arial"/>
                <a:cs typeface="Arial"/>
              </a:defRPr>
            </a:lvl6pPr>
            <a:lvl7pPr algn="ctr">
              <a:buNone/>
              <a:defRPr sz="2475" b="1">
                <a:solidFill>
                  <a:srgbClr val="087F8C"/>
                </a:solidFill>
                <a:latin typeface="Arial"/>
                <a:ea typeface="Arial"/>
                <a:cs typeface="Arial"/>
              </a:defRPr>
            </a:lvl7pPr>
            <a:lvl8pPr algn="ctr">
              <a:buNone/>
              <a:defRPr sz="2475" b="1">
                <a:solidFill>
                  <a:srgbClr val="087F8C"/>
                </a:solidFill>
                <a:latin typeface="Arial"/>
                <a:ea typeface="Arial"/>
                <a:cs typeface="Arial"/>
              </a:defRPr>
            </a:lvl8pPr>
            <a:lvl9pPr algn="ctr">
              <a:buNone/>
              <a:defRPr sz="2475" b="1">
                <a:solidFill>
                  <a:srgbClr val="087F8C"/>
                </a:solidFill>
                <a:latin typeface="Arial"/>
                <a:ea typeface="Arial"/>
                <a:cs typeface="Arial"/>
              </a:defRPr>
            </a:lvl9pPr>
          </a:lstStyle>
          <a:p xmlns:a="http://schemas.openxmlformats.org/drawingml/2006/main">
            <a:pPr algn="ctr">
              <a:buNone/>
              <a:defRPr sz="2475" b="1">
                <a:solidFill>
                  <a:srgbClr val="087F8C"/>
                </a:solidFill>
                <a:latin typeface="Arial"/>
                <a:ea typeface="Arial"/>
                <a:cs typeface="Arial"/>
              </a:defRPr>
            </a:pPr>
            <a:r>
              <a:rPr sz="2475" b="1">
                <a:solidFill>
                  <a:srgbClr val="087F8C"/>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E718AD17-E65A-4ABD-B27E-95FEC9B198BD}"/>
              </a:ext>
            </a:extLst>
          </p:cNvPr>
          <p:cNvSpPr>
            <a:spLocks xmlns:a="http://schemas.openxmlformats.org/drawingml/2006/main" noGrp="1"/>
          </p:cNvSpPr>
          <p:nvPr/>
        </p:nvSpPr>
        <p:spPr>
          <a:xfrm xmlns:a="http://schemas.openxmlformats.org/drawingml/2006/main">
            <a:off x="7400925" y="2476500"/>
            <a:ext cx="1924050" cy="1428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249820A-756D-4FDE-B11F-EE521BF08CF8}"/>
              </a:ext>
            </a:extLst>
          </p:cNvPr>
          <p:cNvSpPr>
            <a:spLocks xmlns:a="http://schemas.openxmlformats.org/drawingml/2006/main" noGrp="1"/>
          </p:cNvSpPr>
          <p:nvPr/>
        </p:nvSpPr>
        <p:spPr>
          <a:xfrm xmlns:a="http://schemas.openxmlformats.org/drawingml/2006/main">
            <a:off x="7400925" y="2476500"/>
            <a:ext cx="47625" cy="14287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94B0DAB-CCBD-4C95-A0C3-ACE91D282970}"/>
              </a:ext>
            </a:extLst>
          </p:cNvPr>
          <p:cNvSpPr>
            <a:spLocks xmlns:a="http://schemas.openxmlformats.org/drawingml/2006/main" noGrp="1"/>
          </p:cNvSpPr>
          <p:nvPr/>
        </p:nvSpPr>
        <p:spPr>
          <a:xfrm xmlns:a="http://schemas.openxmlformats.org/drawingml/2006/main">
            <a:off x="7572375" y="2667000"/>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1">
                <a:solidFill>
                  <a:srgbClr val="087F8C"/>
                </a:solidFill>
                <a:latin typeface="Arial"/>
                <a:ea typeface="Arial"/>
                <a:cs typeface="Arial"/>
              </a:defRPr>
            </a:defPPr>
            <a:lvl1pPr algn="l">
              <a:buNone/>
              <a:defRPr sz="1200" b="1">
                <a:solidFill>
                  <a:srgbClr val="087F8C"/>
                </a:solidFill>
                <a:latin typeface="Arial"/>
                <a:ea typeface="Arial"/>
                <a:cs typeface="Arial"/>
              </a:defRPr>
            </a:lvl1pPr>
            <a:lvl2pPr algn="l">
              <a:buNone/>
              <a:defRPr sz="1200" b="1">
                <a:solidFill>
                  <a:srgbClr val="087F8C"/>
                </a:solidFill>
                <a:latin typeface="Arial"/>
                <a:ea typeface="Arial"/>
                <a:cs typeface="Arial"/>
              </a:defRPr>
            </a:lvl2pPr>
            <a:lvl3pPr algn="l">
              <a:buNone/>
              <a:defRPr sz="1200" b="1">
                <a:solidFill>
                  <a:srgbClr val="087F8C"/>
                </a:solidFill>
                <a:latin typeface="Arial"/>
                <a:ea typeface="Arial"/>
                <a:cs typeface="Arial"/>
              </a:defRPr>
            </a:lvl3pPr>
            <a:lvl4pPr algn="l">
              <a:buNone/>
              <a:defRPr sz="1200" b="1">
                <a:solidFill>
                  <a:srgbClr val="087F8C"/>
                </a:solidFill>
                <a:latin typeface="Arial"/>
                <a:ea typeface="Arial"/>
                <a:cs typeface="Arial"/>
              </a:defRPr>
            </a:lvl4pPr>
            <a:lvl5pPr algn="l">
              <a:buNone/>
              <a:defRPr sz="1200" b="1">
                <a:solidFill>
                  <a:srgbClr val="087F8C"/>
                </a:solidFill>
                <a:latin typeface="Arial"/>
                <a:ea typeface="Arial"/>
                <a:cs typeface="Arial"/>
              </a:defRPr>
            </a:lvl5pPr>
            <a:lvl6pPr algn="l">
              <a:buNone/>
              <a:defRPr sz="1200" b="1">
                <a:solidFill>
                  <a:srgbClr val="087F8C"/>
                </a:solidFill>
                <a:latin typeface="Arial"/>
                <a:ea typeface="Arial"/>
                <a:cs typeface="Arial"/>
              </a:defRPr>
            </a:lvl6pPr>
            <a:lvl7pPr algn="l">
              <a:buNone/>
              <a:defRPr sz="1200" b="1">
                <a:solidFill>
                  <a:srgbClr val="087F8C"/>
                </a:solidFill>
                <a:latin typeface="Arial"/>
                <a:ea typeface="Arial"/>
                <a:cs typeface="Arial"/>
              </a:defRPr>
            </a:lvl7pPr>
            <a:lvl8pPr algn="l">
              <a:buNone/>
              <a:defRPr sz="1200" b="1">
                <a:solidFill>
                  <a:srgbClr val="087F8C"/>
                </a:solidFill>
                <a:latin typeface="Arial"/>
                <a:ea typeface="Arial"/>
                <a:cs typeface="Arial"/>
              </a:defRPr>
            </a:lvl8pPr>
            <a:lvl9pPr algn="l">
              <a:buNone/>
              <a:defRPr sz="1200" b="1">
                <a:solidFill>
                  <a:srgbClr val="087F8C"/>
                </a:solidFill>
                <a:latin typeface="Arial"/>
                <a:ea typeface="Arial"/>
                <a:cs typeface="Arial"/>
              </a:defRPr>
            </a:lvl9pPr>
          </a:lstStyle>
          <a:p xmlns:a="http://schemas.openxmlformats.org/drawingml/2006/main">
            <a:pPr algn="l">
              <a:buNone/>
              <a:defRPr sz="1200" b="1">
                <a:solidFill>
                  <a:srgbClr val="087F8C"/>
                </a:solidFill>
                <a:latin typeface="Arial"/>
                <a:ea typeface="Arial"/>
                <a:cs typeface="Arial"/>
              </a:defRPr>
            </a:pPr>
            <a:r>
              <a:rPr sz="1200" b="1">
                <a:solidFill>
                  <a:srgbClr val="087F8C"/>
                </a:solidFill>
                <a:latin typeface="Arial"/>
                <a:ea typeface="Arial"/>
                <a:cs typeface="Arial"/>
              </a:rPr>
              <a:t>4  TEST</a:t>
            </a:r>
          </a:p>
        </p:txBody>
      </p:sp>
      <p:sp>
        <p:nvSpPr>
          <p:cNvPr id="23" name="">
            <a:extLst xmlns:a="http://schemas.openxmlformats.org/drawingml/2006/main">
              <a:ext uri="{FF2B5EF4-FFF2-40B4-BE49-F238E27FC236}">
                <a16:creationId xmlns:a16="http://schemas.microsoft.com/office/drawing/2014/main" id="{0A722752-C6BA-4AAE-B4F9-9E45A63C5EE7}"/>
              </a:ext>
            </a:extLst>
          </p:cNvPr>
          <p:cNvSpPr>
            <a:spLocks xmlns:a="http://schemas.openxmlformats.org/drawingml/2006/main" noGrp="1"/>
          </p:cNvSpPr>
          <p:nvPr/>
        </p:nvSpPr>
        <p:spPr>
          <a:xfrm xmlns:a="http://schemas.openxmlformats.org/drawingml/2006/main">
            <a:off x="7572375" y="3143250"/>
            <a:ext cx="157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152B3C"/>
                </a:solidFill>
                <a:latin typeface="Arial"/>
                <a:ea typeface="Arial"/>
                <a:cs typeface="Arial"/>
              </a:defRPr>
            </a:defPPr>
            <a:lvl1pPr algn="l">
              <a:buNone/>
              <a:defRPr sz="1725" b="1">
                <a:solidFill>
                  <a:srgbClr val="152B3C"/>
                </a:solidFill>
                <a:latin typeface="Arial"/>
                <a:ea typeface="Arial"/>
                <a:cs typeface="Arial"/>
              </a:defRPr>
            </a:lvl1pPr>
            <a:lvl2pPr algn="l">
              <a:buNone/>
              <a:defRPr sz="1725" b="1">
                <a:solidFill>
                  <a:srgbClr val="152B3C"/>
                </a:solidFill>
                <a:latin typeface="Arial"/>
                <a:ea typeface="Arial"/>
                <a:cs typeface="Arial"/>
              </a:defRPr>
            </a:lvl2pPr>
            <a:lvl3pPr algn="l">
              <a:buNone/>
              <a:defRPr sz="1725" b="1">
                <a:solidFill>
                  <a:srgbClr val="152B3C"/>
                </a:solidFill>
                <a:latin typeface="Arial"/>
                <a:ea typeface="Arial"/>
                <a:cs typeface="Arial"/>
              </a:defRPr>
            </a:lvl3pPr>
            <a:lvl4pPr algn="l">
              <a:buNone/>
              <a:defRPr sz="1725" b="1">
                <a:solidFill>
                  <a:srgbClr val="152B3C"/>
                </a:solidFill>
                <a:latin typeface="Arial"/>
                <a:ea typeface="Arial"/>
                <a:cs typeface="Arial"/>
              </a:defRPr>
            </a:lvl4pPr>
            <a:lvl5pPr algn="l">
              <a:buNone/>
              <a:defRPr sz="1725" b="1">
                <a:solidFill>
                  <a:srgbClr val="152B3C"/>
                </a:solidFill>
                <a:latin typeface="Arial"/>
                <a:ea typeface="Arial"/>
                <a:cs typeface="Arial"/>
              </a:defRPr>
            </a:lvl5pPr>
            <a:lvl6pPr algn="l">
              <a:buNone/>
              <a:defRPr sz="1725" b="1">
                <a:solidFill>
                  <a:srgbClr val="152B3C"/>
                </a:solidFill>
                <a:latin typeface="Arial"/>
                <a:ea typeface="Arial"/>
                <a:cs typeface="Arial"/>
              </a:defRPr>
            </a:lvl6pPr>
            <a:lvl7pPr algn="l">
              <a:buNone/>
              <a:defRPr sz="1725" b="1">
                <a:solidFill>
                  <a:srgbClr val="152B3C"/>
                </a:solidFill>
                <a:latin typeface="Arial"/>
                <a:ea typeface="Arial"/>
                <a:cs typeface="Arial"/>
              </a:defRPr>
            </a:lvl7pPr>
            <a:lvl8pPr algn="l">
              <a:buNone/>
              <a:defRPr sz="1725" b="1">
                <a:solidFill>
                  <a:srgbClr val="152B3C"/>
                </a:solidFill>
                <a:latin typeface="Arial"/>
                <a:ea typeface="Arial"/>
                <a:cs typeface="Arial"/>
              </a:defRPr>
            </a:lvl8pPr>
            <a:lvl9pPr algn="l">
              <a:buNone/>
              <a:defRPr sz="1725" b="1">
                <a:solidFill>
                  <a:srgbClr val="152B3C"/>
                </a:solidFill>
                <a:latin typeface="Arial"/>
                <a:ea typeface="Arial"/>
                <a:cs typeface="Arial"/>
              </a:defRPr>
            </a:lvl9pPr>
          </a:lstStyle>
          <a:p xmlns:a="http://schemas.openxmlformats.org/drawingml/2006/main">
            <a:pPr algn="l">
              <a:buNone/>
              <a:defRPr sz="1725" b="1">
                <a:solidFill>
                  <a:srgbClr val="152B3C"/>
                </a:solidFill>
                <a:latin typeface="Arial"/>
                <a:ea typeface="Arial"/>
                <a:cs typeface="Arial"/>
              </a:defRPr>
            </a:pPr>
            <a:r>
              <a:rPr sz="1725" b="1">
                <a:solidFill>
                  <a:srgbClr val="152B3C"/>
                </a:solidFill>
                <a:latin typeface="Arial"/>
                <a:ea typeface="Arial"/>
                <a:cs typeface="Arial"/>
              </a:rPr>
              <a:t>Target answers</a:t>
            </a:r>
          </a:p>
        </p:txBody>
      </p:sp>
      <p:sp>
        <p:nvSpPr>
          <p:cNvPr id="24" name="">
            <a:extLst xmlns:a="http://schemas.openxmlformats.org/drawingml/2006/main">
              <a:ext uri="{FF2B5EF4-FFF2-40B4-BE49-F238E27FC236}">
                <a16:creationId xmlns:a16="http://schemas.microsoft.com/office/drawing/2014/main" id="{AB1B99EF-D074-4FDB-85A5-B9ADA2C5A182}"/>
              </a:ext>
            </a:extLst>
          </p:cNvPr>
          <p:cNvSpPr>
            <a:spLocks xmlns:a="http://schemas.openxmlformats.org/drawingml/2006/main" noGrp="1"/>
          </p:cNvSpPr>
          <p:nvPr/>
        </p:nvSpPr>
        <p:spPr>
          <a:xfrm xmlns:a="http://schemas.openxmlformats.org/drawingml/2006/main">
            <a:off x="9363075" y="3000375"/>
            <a:ext cx="2762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2475" b="1">
                <a:solidFill>
                  <a:srgbClr val="087F8C"/>
                </a:solidFill>
                <a:latin typeface="Arial"/>
                <a:ea typeface="Arial"/>
                <a:cs typeface="Arial"/>
              </a:defRPr>
            </a:defPPr>
            <a:lvl1pPr algn="ctr">
              <a:buNone/>
              <a:defRPr sz="2475" b="1">
                <a:solidFill>
                  <a:srgbClr val="087F8C"/>
                </a:solidFill>
                <a:latin typeface="Arial"/>
                <a:ea typeface="Arial"/>
                <a:cs typeface="Arial"/>
              </a:defRPr>
            </a:lvl1pPr>
            <a:lvl2pPr algn="ctr">
              <a:buNone/>
              <a:defRPr sz="2475" b="1">
                <a:solidFill>
                  <a:srgbClr val="087F8C"/>
                </a:solidFill>
                <a:latin typeface="Arial"/>
                <a:ea typeface="Arial"/>
                <a:cs typeface="Arial"/>
              </a:defRPr>
            </a:lvl2pPr>
            <a:lvl3pPr algn="ctr">
              <a:buNone/>
              <a:defRPr sz="2475" b="1">
                <a:solidFill>
                  <a:srgbClr val="087F8C"/>
                </a:solidFill>
                <a:latin typeface="Arial"/>
                <a:ea typeface="Arial"/>
                <a:cs typeface="Arial"/>
              </a:defRPr>
            </a:lvl3pPr>
            <a:lvl4pPr algn="ctr">
              <a:buNone/>
              <a:defRPr sz="2475" b="1">
                <a:solidFill>
                  <a:srgbClr val="087F8C"/>
                </a:solidFill>
                <a:latin typeface="Arial"/>
                <a:ea typeface="Arial"/>
                <a:cs typeface="Arial"/>
              </a:defRPr>
            </a:lvl4pPr>
            <a:lvl5pPr algn="ctr">
              <a:buNone/>
              <a:defRPr sz="2475" b="1">
                <a:solidFill>
                  <a:srgbClr val="087F8C"/>
                </a:solidFill>
                <a:latin typeface="Arial"/>
                <a:ea typeface="Arial"/>
                <a:cs typeface="Arial"/>
              </a:defRPr>
            </a:lvl5pPr>
            <a:lvl6pPr algn="ctr">
              <a:buNone/>
              <a:defRPr sz="2475" b="1">
                <a:solidFill>
                  <a:srgbClr val="087F8C"/>
                </a:solidFill>
                <a:latin typeface="Arial"/>
                <a:ea typeface="Arial"/>
                <a:cs typeface="Arial"/>
              </a:defRPr>
            </a:lvl6pPr>
            <a:lvl7pPr algn="ctr">
              <a:buNone/>
              <a:defRPr sz="2475" b="1">
                <a:solidFill>
                  <a:srgbClr val="087F8C"/>
                </a:solidFill>
                <a:latin typeface="Arial"/>
                <a:ea typeface="Arial"/>
                <a:cs typeface="Arial"/>
              </a:defRPr>
            </a:lvl7pPr>
            <a:lvl8pPr algn="ctr">
              <a:buNone/>
              <a:defRPr sz="2475" b="1">
                <a:solidFill>
                  <a:srgbClr val="087F8C"/>
                </a:solidFill>
                <a:latin typeface="Arial"/>
                <a:ea typeface="Arial"/>
                <a:cs typeface="Arial"/>
              </a:defRPr>
            </a:lvl8pPr>
            <a:lvl9pPr algn="ctr">
              <a:buNone/>
              <a:defRPr sz="2475" b="1">
                <a:solidFill>
                  <a:srgbClr val="087F8C"/>
                </a:solidFill>
                <a:latin typeface="Arial"/>
                <a:ea typeface="Arial"/>
                <a:cs typeface="Arial"/>
              </a:defRPr>
            </a:lvl9pPr>
          </a:lstStyle>
          <a:p xmlns:a="http://schemas.openxmlformats.org/drawingml/2006/main">
            <a:pPr algn="ctr">
              <a:buNone/>
              <a:defRPr sz="2475" b="1">
                <a:solidFill>
                  <a:srgbClr val="087F8C"/>
                </a:solidFill>
                <a:latin typeface="Arial"/>
                <a:ea typeface="Arial"/>
                <a:cs typeface="Arial"/>
              </a:defRPr>
            </a:pPr>
            <a:r>
              <a:rPr sz="2475" b="1">
                <a:solidFill>
                  <a:srgbClr val="087F8C"/>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39429A44-D153-4928-9C8B-57E225FF3DF7}"/>
              </a:ext>
            </a:extLst>
          </p:cNvPr>
          <p:cNvSpPr>
            <a:spLocks xmlns:a="http://schemas.openxmlformats.org/drawingml/2006/main" noGrp="1"/>
          </p:cNvSpPr>
          <p:nvPr/>
        </p:nvSpPr>
        <p:spPr>
          <a:xfrm xmlns:a="http://schemas.openxmlformats.org/drawingml/2006/main">
            <a:off x="9667875" y="2476500"/>
            <a:ext cx="1924050" cy="1428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589CF92-CE19-43E3-9943-31DF1FAFD0A5}"/>
              </a:ext>
            </a:extLst>
          </p:cNvPr>
          <p:cNvSpPr>
            <a:spLocks xmlns:a="http://schemas.openxmlformats.org/drawingml/2006/main" noGrp="1"/>
          </p:cNvSpPr>
          <p:nvPr/>
        </p:nvSpPr>
        <p:spPr>
          <a:xfrm xmlns:a="http://schemas.openxmlformats.org/drawingml/2006/main">
            <a:off x="9667875" y="2476500"/>
            <a:ext cx="47625" cy="14287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FFC1E1C-214E-4009-9C0C-1D8A4195DFF3}"/>
              </a:ext>
            </a:extLst>
          </p:cNvPr>
          <p:cNvSpPr>
            <a:spLocks xmlns:a="http://schemas.openxmlformats.org/drawingml/2006/main" noGrp="1"/>
          </p:cNvSpPr>
          <p:nvPr/>
        </p:nvSpPr>
        <p:spPr>
          <a:xfrm xmlns:a="http://schemas.openxmlformats.org/drawingml/2006/main">
            <a:off x="9839325" y="2667000"/>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1">
                <a:solidFill>
                  <a:srgbClr val="087F8C"/>
                </a:solidFill>
                <a:latin typeface="Arial"/>
                <a:ea typeface="Arial"/>
                <a:cs typeface="Arial"/>
              </a:defRPr>
            </a:defPPr>
            <a:lvl1pPr algn="l">
              <a:buNone/>
              <a:defRPr sz="1200" b="1">
                <a:solidFill>
                  <a:srgbClr val="087F8C"/>
                </a:solidFill>
                <a:latin typeface="Arial"/>
                <a:ea typeface="Arial"/>
                <a:cs typeface="Arial"/>
              </a:defRPr>
            </a:lvl1pPr>
            <a:lvl2pPr algn="l">
              <a:buNone/>
              <a:defRPr sz="1200" b="1">
                <a:solidFill>
                  <a:srgbClr val="087F8C"/>
                </a:solidFill>
                <a:latin typeface="Arial"/>
                <a:ea typeface="Arial"/>
                <a:cs typeface="Arial"/>
              </a:defRPr>
            </a:lvl2pPr>
            <a:lvl3pPr algn="l">
              <a:buNone/>
              <a:defRPr sz="1200" b="1">
                <a:solidFill>
                  <a:srgbClr val="087F8C"/>
                </a:solidFill>
                <a:latin typeface="Arial"/>
                <a:ea typeface="Arial"/>
                <a:cs typeface="Arial"/>
              </a:defRPr>
            </a:lvl3pPr>
            <a:lvl4pPr algn="l">
              <a:buNone/>
              <a:defRPr sz="1200" b="1">
                <a:solidFill>
                  <a:srgbClr val="087F8C"/>
                </a:solidFill>
                <a:latin typeface="Arial"/>
                <a:ea typeface="Arial"/>
                <a:cs typeface="Arial"/>
              </a:defRPr>
            </a:lvl4pPr>
            <a:lvl5pPr algn="l">
              <a:buNone/>
              <a:defRPr sz="1200" b="1">
                <a:solidFill>
                  <a:srgbClr val="087F8C"/>
                </a:solidFill>
                <a:latin typeface="Arial"/>
                <a:ea typeface="Arial"/>
                <a:cs typeface="Arial"/>
              </a:defRPr>
            </a:lvl5pPr>
            <a:lvl6pPr algn="l">
              <a:buNone/>
              <a:defRPr sz="1200" b="1">
                <a:solidFill>
                  <a:srgbClr val="087F8C"/>
                </a:solidFill>
                <a:latin typeface="Arial"/>
                <a:ea typeface="Arial"/>
                <a:cs typeface="Arial"/>
              </a:defRPr>
            </a:lvl6pPr>
            <a:lvl7pPr algn="l">
              <a:buNone/>
              <a:defRPr sz="1200" b="1">
                <a:solidFill>
                  <a:srgbClr val="087F8C"/>
                </a:solidFill>
                <a:latin typeface="Arial"/>
                <a:ea typeface="Arial"/>
                <a:cs typeface="Arial"/>
              </a:defRPr>
            </a:lvl7pPr>
            <a:lvl8pPr algn="l">
              <a:buNone/>
              <a:defRPr sz="1200" b="1">
                <a:solidFill>
                  <a:srgbClr val="087F8C"/>
                </a:solidFill>
                <a:latin typeface="Arial"/>
                <a:ea typeface="Arial"/>
                <a:cs typeface="Arial"/>
              </a:defRPr>
            </a:lvl8pPr>
            <a:lvl9pPr algn="l">
              <a:buNone/>
              <a:defRPr sz="1200" b="1">
                <a:solidFill>
                  <a:srgbClr val="087F8C"/>
                </a:solidFill>
                <a:latin typeface="Arial"/>
                <a:ea typeface="Arial"/>
                <a:cs typeface="Arial"/>
              </a:defRPr>
            </a:lvl9pPr>
          </a:lstStyle>
          <a:p xmlns:a="http://schemas.openxmlformats.org/drawingml/2006/main">
            <a:pPr algn="l">
              <a:buNone/>
              <a:defRPr sz="1200" b="1">
                <a:solidFill>
                  <a:srgbClr val="087F8C"/>
                </a:solidFill>
                <a:latin typeface="Arial"/>
                <a:ea typeface="Arial"/>
                <a:cs typeface="Arial"/>
              </a:defRPr>
            </a:pPr>
            <a:r>
              <a:rPr sz="1200" b="1">
                <a:solidFill>
                  <a:srgbClr val="087F8C"/>
                </a:solidFill>
                <a:latin typeface="Arial"/>
                <a:ea typeface="Arial"/>
                <a:cs typeface="Arial"/>
              </a:rPr>
              <a:t>5  ASSESS</a:t>
            </a:r>
          </a:p>
        </p:txBody>
      </p:sp>
      <p:sp>
        <p:nvSpPr>
          <p:cNvPr id="28" name="">
            <a:extLst xmlns:a="http://schemas.openxmlformats.org/drawingml/2006/main">
              <a:ext uri="{FF2B5EF4-FFF2-40B4-BE49-F238E27FC236}">
                <a16:creationId xmlns:a16="http://schemas.microsoft.com/office/drawing/2014/main" id="{22635420-621D-4691-98D1-E4CA53DE2B18}"/>
              </a:ext>
            </a:extLst>
          </p:cNvPr>
          <p:cNvSpPr>
            <a:spLocks xmlns:a="http://schemas.openxmlformats.org/drawingml/2006/main" noGrp="1"/>
          </p:cNvSpPr>
          <p:nvPr/>
        </p:nvSpPr>
        <p:spPr>
          <a:xfrm xmlns:a="http://schemas.openxmlformats.org/drawingml/2006/main">
            <a:off x="9839325" y="3143250"/>
            <a:ext cx="157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152B3C"/>
                </a:solidFill>
                <a:latin typeface="Arial"/>
                <a:ea typeface="Arial"/>
                <a:cs typeface="Arial"/>
              </a:defRPr>
            </a:defPPr>
            <a:lvl1pPr algn="l">
              <a:buNone/>
              <a:defRPr sz="1725" b="1">
                <a:solidFill>
                  <a:srgbClr val="152B3C"/>
                </a:solidFill>
                <a:latin typeface="Arial"/>
                <a:ea typeface="Arial"/>
                <a:cs typeface="Arial"/>
              </a:defRPr>
            </a:lvl1pPr>
            <a:lvl2pPr algn="l">
              <a:buNone/>
              <a:defRPr sz="1725" b="1">
                <a:solidFill>
                  <a:srgbClr val="152B3C"/>
                </a:solidFill>
                <a:latin typeface="Arial"/>
                <a:ea typeface="Arial"/>
                <a:cs typeface="Arial"/>
              </a:defRPr>
            </a:lvl2pPr>
            <a:lvl3pPr algn="l">
              <a:buNone/>
              <a:defRPr sz="1725" b="1">
                <a:solidFill>
                  <a:srgbClr val="152B3C"/>
                </a:solidFill>
                <a:latin typeface="Arial"/>
                <a:ea typeface="Arial"/>
                <a:cs typeface="Arial"/>
              </a:defRPr>
            </a:lvl3pPr>
            <a:lvl4pPr algn="l">
              <a:buNone/>
              <a:defRPr sz="1725" b="1">
                <a:solidFill>
                  <a:srgbClr val="152B3C"/>
                </a:solidFill>
                <a:latin typeface="Arial"/>
                <a:ea typeface="Arial"/>
                <a:cs typeface="Arial"/>
              </a:defRPr>
            </a:lvl4pPr>
            <a:lvl5pPr algn="l">
              <a:buNone/>
              <a:defRPr sz="1725" b="1">
                <a:solidFill>
                  <a:srgbClr val="152B3C"/>
                </a:solidFill>
                <a:latin typeface="Arial"/>
                <a:ea typeface="Arial"/>
                <a:cs typeface="Arial"/>
              </a:defRPr>
            </a:lvl5pPr>
            <a:lvl6pPr algn="l">
              <a:buNone/>
              <a:defRPr sz="1725" b="1">
                <a:solidFill>
                  <a:srgbClr val="152B3C"/>
                </a:solidFill>
                <a:latin typeface="Arial"/>
                <a:ea typeface="Arial"/>
                <a:cs typeface="Arial"/>
              </a:defRPr>
            </a:lvl6pPr>
            <a:lvl7pPr algn="l">
              <a:buNone/>
              <a:defRPr sz="1725" b="1">
                <a:solidFill>
                  <a:srgbClr val="152B3C"/>
                </a:solidFill>
                <a:latin typeface="Arial"/>
                <a:ea typeface="Arial"/>
                <a:cs typeface="Arial"/>
              </a:defRPr>
            </a:lvl7pPr>
            <a:lvl8pPr algn="l">
              <a:buNone/>
              <a:defRPr sz="1725" b="1">
                <a:solidFill>
                  <a:srgbClr val="152B3C"/>
                </a:solidFill>
                <a:latin typeface="Arial"/>
                <a:ea typeface="Arial"/>
                <a:cs typeface="Arial"/>
              </a:defRPr>
            </a:lvl8pPr>
            <a:lvl9pPr algn="l">
              <a:buNone/>
              <a:defRPr sz="1725" b="1">
                <a:solidFill>
                  <a:srgbClr val="152B3C"/>
                </a:solidFill>
                <a:latin typeface="Arial"/>
                <a:ea typeface="Arial"/>
                <a:cs typeface="Arial"/>
              </a:defRPr>
            </a:lvl9pPr>
          </a:lstStyle>
          <a:p xmlns:a="http://schemas.openxmlformats.org/drawingml/2006/main">
            <a:pPr algn="l">
              <a:buNone/>
              <a:defRPr sz="1725" b="1">
                <a:solidFill>
                  <a:srgbClr val="152B3C"/>
                </a:solidFill>
                <a:latin typeface="Arial"/>
                <a:ea typeface="Arial"/>
                <a:cs typeface="Arial"/>
              </a:defRPr>
            </a:pPr>
            <a:r>
              <a:rPr sz="1725" b="1">
                <a:solidFill>
                  <a:srgbClr val="152B3C"/>
                </a:solidFill>
                <a:latin typeface="Arial"/>
                <a:ea typeface="Arial"/>
                <a:cs typeface="Arial"/>
              </a:rPr>
              <a:t>Evidence + scores</a:t>
            </a:r>
          </a:p>
        </p:txBody>
      </p:sp>
      <p:sp>
        <p:nvSpPr>
          <p:cNvPr id="29" name="">
            <a:extLst xmlns:a="http://schemas.openxmlformats.org/drawingml/2006/main">
              <a:ext uri="{FF2B5EF4-FFF2-40B4-BE49-F238E27FC236}">
                <a16:creationId xmlns:a16="http://schemas.microsoft.com/office/drawing/2014/main" id="{B53C9BEC-37B6-4CC3-BC47-E65EFBB29DBD}"/>
              </a:ext>
            </a:extLst>
          </p:cNvPr>
          <p:cNvSpPr>
            <a:spLocks xmlns:a="http://schemas.openxmlformats.org/drawingml/2006/main" noGrp="1"/>
          </p:cNvSpPr>
          <p:nvPr/>
        </p:nvSpPr>
        <p:spPr>
          <a:xfrm xmlns:a="http://schemas.openxmlformats.org/drawingml/2006/main">
            <a:off x="609600" y="451485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75" b="1">
                <a:solidFill>
                  <a:srgbClr val="152B3C"/>
                </a:solidFill>
                <a:latin typeface="Arial"/>
                <a:ea typeface="Arial"/>
                <a:cs typeface="Arial"/>
              </a:defRPr>
            </a:defPPr>
            <a:lvl1pPr algn="l">
              <a:buNone/>
              <a:defRPr sz="1575" b="1">
                <a:solidFill>
                  <a:srgbClr val="152B3C"/>
                </a:solidFill>
                <a:latin typeface="Arial"/>
                <a:ea typeface="Arial"/>
                <a:cs typeface="Arial"/>
              </a:defRPr>
            </a:lvl1pPr>
            <a:lvl2pPr algn="l">
              <a:buNone/>
              <a:defRPr sz="1575" b="1">
                <a:solidFill>
                  <a:srgbClr val="152B3C"/>
                </a:solidFill>
                <a:latin typeface="Arial"/>
                <a:ea typeface="Arial"/>
                <a:cs typeface="Arial"/>
              </a:defRPr>
            </a:lvl2pPr>
            <a:lvl3pPr algn="l">
              <a:buNone/>
              <a:defRPr sz="1575" b="1">
                <a:solidFill>
                  <a:srgbClr val="152B3C"/>
                </a:solidFill>
                <a:latin typeface="Arial"/>
                <a:ea typeface="Arial"/>
                <a:cs typeface="Arial"/>
              </a:defRPr>
            </a:lvl3pPr>
            <a:lvl4pPr algn="l">
              <a:buNone/>
              <a:defRPr sz="1575" b="1">
                <a:solidFill>
                  <a:srgbClr val="152B3C"/>
                </a:solidFill>
                <a:latin typeface="Arial"/>
                <a:ea typeface="Arial"/>
                <a:cs typeface="Arial"/>
              </a:defRPr>
            </a:lvl4pPr>
            <a:lvl5pPr algn="l">
              <a:buNone/>
              <a:defRPr sz="1575" b="1">
                <a:solidFill>
                  <a:srgbClr val="152B3C"/>
                </a:solidFill>
                <a:latin typeface="Arial"/>
                <a:ea typeface="Arial"/>
                <a:cs typeface="Arial"/>
              </a:defRPr>
            </a:lvl5pPr>
            <a:lvl6pPr algn="l">
              <a:buNone/>
              <a:defRPr sz="1575" b="1">
                <a:solidFill>
                  <a:srgbClr val="152B3C"/>
                </a:solidFill>
                <a:latin typeface="Arial"/>
                <a:ea typeface="Arial"/>
                <a:cs typeface="Arial"/>
              </a:defRPr>
            </a:lvl6pPr>
            <a:lvl7pPr algn="l">
              <a:buNone/>
              <a:defRPr sz="1575" b="1">
                <a:solidFill>
                  <a:srgbClr val="152B3C"/>
                </a:solidFill>
                <a:latin typeface="Arial"/>
                <a:ea typeface="Arial"/>
                <a:cs typeface="Arial"/>
              </a:defRPr>
            </a:lvl7pPr>
            <a:lvl8pPr algn="l">
              <a:buNone/>
              <a:defRPr sz="1575" b="1">
                <a:solidFill>
                  <a:srgbClr val="152B3C"/>
                </a:solidFill>
                <a:latin typeface="Arial"/>
                <a:ea typeface="Arial"/>
                <a:cs typeface="Arial"/>
              </a:defRPr>
            </a:lvl8pPr>
            <a:lvl9pPr algn="l">
              <a:buNone/>
              <a:defRPr sz="1575" b="1">
                <a:solidFill>
                  <a:srgbClr val="152B3C"/>
                </a:solidFill>
                <a:latin typeface="Arial"/>
                <a:ea typeface="Arial"/>
                <a:cs typeface="Arial"/>
              </a:defRPr>
            </a:lvl9pPr>
          </a:lstStyle>
          <a:p xmlns:a="http://schemas.openxmlformats.org/drawingml/2006/main">
            <a:pPr algn="l">
              <a:buNone/>
              <a:defRPr sz="1575" b="1">
                <a:solidFill>
                  <a:srgbClr val="152B3C"/>
                </a:solidFill>
                <a:latin typeface="Arial"/>
                <a:ea typeface="Arial"/>
                <a:cs typeface="Arial"/>
              </a:defRPr>
            </a:pPr>
            <a:r>
              <a:rPr sz="1575" b="1">
                <a:solidFill>
                  <a:srgbClr val="152B3C"/>
                </a:solidFill>
                <a:latin typeface="Arial"/>
                <a:ea typeface="Arial"/>
                <a:cs typeface="Arial"/>
              </a:rPr>
              <a:t>Four abilities: accuracy, freshness, conflict resolution and appropriate use</a:t>
            </a:r>
          </a:p>
        </p:txBody>
      </p:sp>
      <p:sp>
        <p:nvSpPr>
          <p:cNvPr id="30" name="">
            <a:extLst xmlns:a="http://schemas.openxmlformats.org/drawingml/2006/main">
              <a:ext uri="{FF2B5EF4-FFF2-40B4-BE49-F238E27FC236}">
                <a16:creationId xmlns:a16="http://schemas.microsoft.com/office/drawing/2014/main" id="{80A6BCB6-36AB-4530-B326-7005A1645941}"/>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1ACA469-8ABF-40D1-9B84-D8A96F5BCF24}"/>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Sources, answers, uncertain judgments and evidence remain available for inspection.</a:t>
            </a:r>
          </a:p>
        </p:txBody>
      </p:sp>
    </p:spTree>
    <p:extLst>
      <p:ext uri="{BB962C8B-B14F-4D97-AF65-F5344CB8AC3E}">
        <p14:creationId xmlns:p14="http://schemas.microsoft.com/office/powerpoint/2010/main" val="1064036648"/>
      </p:ext>
    </p:extLst>
  </p:cSld>
</p:sld>
</file>

<file path=ppt/slides/slide4.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C920417-D335-4756-80C3-39C7740D6680}"/>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89A1FD-8BFD-44EA-BF0D-D5AEAA93362C}"/>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2     •     04</a:t>
            </a:r>
          </a:p>
        </p:txBody>
      </p:sp>
      <p:sp>
        <p:nvSpPr>
          <p:cNvPr id="3" name="">
            <a:extLst xmlns:a="http://schemas.openxmlformats.org/drawingml/2006/main">
              <a:ext uri="{FF2B5EF4-FFF2-40B4-BE49-F238E27FC236}">
                <a16:creationId xmlns:a16="http://schemas.microsoft.com/office/drawing/2014/main" id="{C2A4E961-655F-465E-89B3-7CC1181C213D}"/>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The three experiments</a:t>
            </a:r>
          </a:p>
        </p:txBody>
      </p:sp>
      <p:sp>
        <p:nvSpPr>
          <p:cNvPr id="4" name="">
            <a:extLst xmlns:a="http://schemas.openxmlformats.org/drawingml/2006/main">
              <a:ext uri="{FF2B5EF4-FFF2-40B4-BE49-F238E27FC236}">
                <a16:creationId xmlns:a16="http://schemas.microsoft.com/office/drawing/2014/main" id="{4A295AFE-9B0A-46CA-8121-61DFAC1EF9DA}"/>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Each experiment answers a different question.</a:t>
            </a:r>
          </a:p>
        </p:txBody>
      </p:sp>
      <p:sp>
        <p:nvSpPr>
          <p:cNvPr id="5" name="">
            <a:extLst xmlns:a="http://schemas.openxmlformats.org/drawingml/2006/main">
              <a:ext uri="{FF2B5EF4-FFF2-40B4-BE49-F238E27FC236}">
                <a16:creationId xmlns:a16="http://schemas.microsoft.com/office/drawing/2014/main" id="{C1C9D34C-3EE1-418D-B7A4-5FA8C56B1D47}"/>
              </a:ext>
            </a:extLst>
          </p:cNvPr>
          <p:cNvSpPr>
            <a:spLocks xmlns:a="http://schemas.openxmlformats.org/drawingml/2006/main" noGrp="1"/>
          </p:cNvSpPr>
          <p:nvPr/>
        </p:nvSpPr>
        <p:spPr>
          <a:xfrm xmlns:a="http://schemas.openxmlformats.org/drawingml/2006/main">
            <a:off x="628650" y="2238375"/>
            <a:ext cx="3333750" cy="2686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D67BF89-5AD1-487A-A966-3072984F20D5}"/>
              </a:ext>
            </a:extLst>
          </p:cNvPr>
          <p:cNvSpPr>
            <a:spLocks xmlns:a="http://schemas.openxmlformats.org/drawingml/2006/main" noGrp="1"/>
          </p:cNvSpPr>
          <p:nvPr/>
        </p:nvSpPr>
        <p:spPr>
          <a:xfrm xmlns:a="http://schemas.openxmlformats.org/drawingml/2006/main">
            <a:off x="628650" y="2238375"/>
            <a:ext cx="47625" cy="26860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730102C-D8BC-4E62-9196-528E2781B578}"/>
              </a:ext>
            </a:extLst>
          </p:cNvPr>
          <p:cNvSpPr>
            <a:spLocks xmlns:a="http://schemas.openxmlformats.org/drawingml/2006/main" noGrp="1"/>
          </p:cNvSpPr>
          <p:nvPr/>
        </p:nvSpPr>
        <p:spPr>
          <a:xfrm xmlns:a="http://schemas.openxmlformats.org/drawingml/2006/main">
            <a:off x="819150" y="2409825"/>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EXPERIMENT A</a:t>
            </a:r>
          </a:p>
        </p:txBody>
      </p:sp>
      <p:sp>
        <p:nvSpPr>
          <p:cNvPr id="8" name="">
            <a:extLst xmlns:a="http://schemas.openxmlformats.org/drawingml/2006/main">
              <a:ext uri="{FF2B5EF4-FFF2-40B4-BE49-F238E27FC236}">
                <a16:creationId xmlns:a16="http://schemas.microsoft.com/office/drawing/2014/main" id="{C648B804-3CAF-4593-B4E2-7046F29C27A7}"/>
              </a:ext>
            </a:extLst>
          </p:cNvPr>
          <p:cNvSpPr>
            <a:spLocks xmlns:a="http://schemas.openxmlformats.org/drawingml/2006/main" noGrp="1"/>
          </p:cNvSpPr>
          <p:nvPr/>
        </p:nvSpPr>
        <p:spPr>
          <a:xfrm xmlns:a="http://schemas.openxmlformats.org/drawingml/2006/main">
            <a:off x="819150" y="2752725"/>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Audit methods</a:t>
            </a:r>
          </a:p>
        </p:txBody>
      </p:sp>
      <p:sp>
        <p:nvSpPr>
          <p:cNvPr id="9" name="">
            <a:extLst xmlns:a="http://schemas.openxmlformats.org/drawingml/2006/main">
              <a:ext uri="{FF2B5EF4-FFF2-40B4-BE49-F238E27FC236}">
                <a16:creationId xmlns:a16="http://schemas.microsoft.com/office/drawing/2014/main" id="{D0D3608E-8F34-4D56-8F5D-09DDB313D549}"/>
              </a:ext>
            </a:extLst>
          </p:cNvPr>
          <p:cNvSpPr>
            <a:spLocks xmlns:a="http://schemas.openxmlformats.org/drawingml/2006/main" noGrp="1"/>
          </p:cNvSpPr>
          <p:nvPr/>
        </p:nvSpPr>
        <p:spPr>
          <a:xfrm xmlns:a="http://schemas.openxmlformats.org/drawingml/2006/main">
            <a:off x="819150" y="3248025"/>
            <a:ext cx="2952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Compare direct, fixed-template and contextual questions under the same budget.</a:t>
            </a:r>
          </a:p>
        </p:txBody>
      </p:sp>
      <p:sp>
        <p:nvSpPr>
          <p:cNvPr id="10" name="">
            <a:extLst xmlns:a="http://schemas.openxmlformats.org/drawingml/2006/main">
              <a:ext uri="{FF2B5EF4-FFF2-40B4-BE49-F238E27FC236}">
                <a16:creationId xmlns:a16="http://schemas.microsoft.com/office/drawing/2014/main" id="{424316F1-9FA0-4D49-ACE7-2D278F04FCA7}"/>
              </a:ext>
            </a:extLst>
          </p:cNvPr>
          <p:cNvSpPr>
            <a:spLocks xmlns:a="http://schemas.openxmlformats.org/drawingml/2006/main" noGrp="1"/>
          </p:cNvSpPr>
          <p:nvPr/>
        </p:nvSpPr>
        <p:spPr>
          <a:xfrm xmlns:a="http://schemas.openxmlformats.org/drawingml/2006/main">
            <a:off x="4429125" y="2238375"/>
            <a:ext cx="3333750" cy="2686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BB522C8-A345-4634-9F67-55F06B130067}"/>
              </a:ext>
            </a:extLst>
          </p:cNvPr>
          <p:cNvSpPr>
            <a:spLocks xmlns:a="http://schemas.openxmlformats.org/drawingml/2006/main" noGrp="1"/>
          </p:cNvSpPr>
          <p:nvPr/>
        </p:nvSpPr>
        <p:spPr>
          <a:xfrm xmlns:a="http://schemas.openxmlformats.org/drawingml/2006/main">
            <a:off x="4429125" y="2238375"/>
            <a:ext cx="47625" cy="26860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29DFB3B-35FA-49EE-A280-5A1EA1058961}"/>
              </a:ext>
            </a:extLst>
          </p:cNvPr>
          <p:cNvSpPr>
            <a:spLocks xmlns:a="http://schemas.openxmlformats.org/drawingml/2006/main" noGrp="1"/>
          </p:cNvSpPr>
          <p:nvPr/>
        </p:nvSpPr>
        <p:spPr>
          <a:xfrm xmlns:a="http://schemas.openxmlformats.org/drawingml/2006/main">
            <a:off x="4619625" y="2409825"/>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EXPERIMENT B</a:t>
            </a:r>
          </a:p>
        </p:txBody>
      </p:sp>
      <p:sp>
        <p:nvSpPr>
          <p:cNvPr id="13" name="">
            <a:extLst xmlns:a="http://schemas.openxmlformats.org/drawingml/2006/main">
              <a:ext uri="{FF2B5EF4-FFF2-40B4-BE49-F238E27FC236}">
                <a16:creationId xmlns:a16="http://schemas.microsoft.com/office/drawing/2014/main" id="{AE76E09A-1104-424A-AD88-0D46FD59355A}"/>
              </a:ext>
            </a:extLst>
          </p:cNvPr>
          <p:cNvSpPr>
            <a:spLocks xmlns:a="http://schemas.openxmlformats.org/drawingml/2006/main" noGrp="1"/>
          </p:cNvSpPr>
          <p:nvPr/>
        </p:nvSpPr>
        <p:spPr>
          <a:xfrm xmlns:a="http://schemas.openxmlformats.org/drawingml/2006/main">
            <a:off x="4619625" y="2752725"/>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Memory strategies</a:t>
            </a:r>
          </a:p>
        </p:txBody>
      </p:sp>
      <p:sp>
        <p:nvSpPr>
          <p:cNvPr id="14" name="">
            <a:extLst xmlns:a="http://schemas.openxmlformats.org/drawingml/2006/main">
              <a:ext uri="{FF2B5EF4-FFF2-40B4-BE49-F238E27FC236}">
                <a16:creationId xmlns:a16="http://schemas.microsoft.com/office/drawing/2014/main" id="{72F5698B-5595-4F1C-9307-C564A00A4B34}"/>
              </a:ext>
            </a:extLst>
          </p:cNvPr>
          <p:cNvSpPr>
            <a:spLocks xmlns:a="http://schemas.openxmlformats.org/drawingml/2006/main" noGrp="1"/>
          </p:cNvSpPr>
          <p:nvPr/>
        </p:nvSpPr>
        <p:spPr>
          <a:xfrm xmlns:a="http://schemas.openxmlformats.org/drawingml/2006/main">
            <a:off x="4619625" y="3248025"/>
            <a:ext cx="2952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Compare four retrieval strategies on the same questions.</a:t>
            </a:r>
          </a:p>
        </p:txBody>
      </p:sp>
      <p:sp>
        <p:nvSpPr>
          <p:cNvPr id="15" name="">
            <a:extLst xmlns:a="http://schemas.openxmlformats.org/drawingml/2006/main">
              <a:ext uri="{FF2B5EF4-FFF2-40B4-BE49-F238E27FC236}">
                <a16:creationId xmlns:a16="http://schemas.microsoft.com/office/drawing/2014/main" id="{F7587ED0-A7CA-4AE9-A4F8-2115EFC83D04}"/>
              </a:ext>
            </a:extLst>
          </p:cNvPr>
          <p:cNvSpPr>
            <a:spLocks xmlns:a="http://schemas.openxmlformats.org/drawingml/2006/main" noGrp="1"/>
          </p:cNvSpPr>
          <p:nvPr/>
        </p:nvSpPr>
        <p:spPr>
          <a:xfrm xmlns:a="http://schemas.openxmlformats.org/drawingml/2006/main">
            <a:off x="8239125" y="2238375"/>
            <a:ext cx="3333750" cy="2686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E5169A6-80F3-4665-8DF3-20A6B7E5A377}"/>
              </a:ext>
            </a:extLst>
          </p:cNvPr>
          <p:cNvSpPr>
            <a:spLocks xmlns:a="http://schemas.openxmlformats.org/drawingml/2006/main" noGrp="1"/>
          </p:cNvSpPr>
          <p:nvPr/>
        </p:nvSpPr>
        <p:spPr>
          <a:xfrm xmlns:a="http://schemas.openxmlformats.org/drawingml/2006/main">
            <a:off x="8239125" y="2238375"/>
            <a:ext cx="47625" cy="26860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B457B14-FFD4-4C1F-B783-9DFA57DF2DD1}"/>
              </a:ext>
            </a:extLst>
          </p:cNvPr>
          <p:cNvSpPr>
            <a:spLocks xmlns:a="http://schemas.openxmlformats.org/drawingml/2006/main" noGrp="1"/>
          </p:cNvSpPr>
          <p:nvPr/>
        </p:nvSpPr>
        <p:spPr>
          <a:xfrm xmlns:a="http://schemas.openxmlformats.org/drawingml/2006/main">
            <a:off x="8429625" y="2409825"/>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EXPERIMENT C</a:t>
            </a:r>
          </a:p>
        </p:txBody>
      </p:sp>
      <p:sp>
        <p:nvSpPr>
          <p:cNvPr id="18" name="">
            <a:extLst xmlns:a="http://schemas.openxmlformats.org/drawingml/2006/main">
              <a:ext uri="{FF2B5EF4-FFF2-40B4-BE49-F238E27FC236}">
                <a16:creationId xmlns:a16="http://schemas.microsoft.com/office/drawing/2014/main" id="{6E8834C7-6CD2-42CE-961B-490A080B7314}"/>
              </a:ext>
            </a:extLst>
          </p:cNvPr>
          <p:cNvSpPr>
            <a:spLocks xmlns:a="http://schemas.openxmlformats.org/drawingml/2006/main" noGrp="1"/>
          </p:cNvSpPr>
          <p:nvPr/>
        </p:nvSpPr>
        <p:spPr>
          <a:xfrm xmlns:a="http://schemas.openxmlformats.org/drawingml/2006/main">
            <a:off x="8429625" y="2752725"/>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External check</a:t>
            </a:r>
          </a:p>
        </p:txBody>
      </p:sp>
      <p:sp>
        <p:nvSpPr>
          <p:cNvPr id="19" name="">
            <a:extLst xmlns:a="http://schemas.openxmlformats.org/drawingml/2006/main">
              <a:ext uri="{FF2B5EF4-FFF2-40B4-BE49-F238E27FC236}">
                <a16:creationId xmlns:a16="http://schemas.microsoft.com/office/drawing/2014/main" id="{D35FE905-7A8B-40D6-BC69-3DA6BE1C524D}"/>
              </a:ext>
            </a:extLst>
          </p:cNvPr>
          <p:cNvSpPr>
            <a:spLocks xmlns:a="http://schemas.openxmlformats.org/drawingml/2006/main" noGrp="1"/>
          </p:cNvSpPr>
          <p:nvPr/>
        </p:nvSpPr>
        <p:spPr>
          <a:xfrm xmlns:a="http://schemas.openxmlformats.org/drawingml/2006/main">
            <a:off x="8429625" y="3248025"/>
            <a:ext cx="2952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Compare strategy results on a selected LongMemEval subset.</a:t>
            </a:r>
          </a:p>
        </p:txBody>
      </p:sp>
      <p:sp>
        <p:nvSpPr>
          <p:cNvPr id="20" name="">
            <a:extLst xmlns:a="http://schemas.openxmlformats.org/drawingml/2006/main">
              <a:ext uri="{FF2B5EF4-FFF2-40B4-BE49-F238E27FC236}">
                <a16:creationId xmlns:a16="http://schemas.microsoft.com/office/drawing/2014/main" id="{FC80F3C8-EDDD-4F60-A67F-5E37F656BCB6}"/>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8674C56-67C0-4302-BC6B-2EEEEEEB438E}"/>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The Auditor’s own scoring reliability is evaluated separately with human-reviewed answers.</a:t>
            </a:r>
          </a:p>
        </p:txBody>
      </p:sp>
    </p:spTree>
    <p:extLst>
      <p:ext uri="{BB962C8B-B14F-4D97-AF65-F5344CB8AC3E}">
        <p14:creationId xmlns:p14="http://schemas.microsoft.com/office/powerpoint/2010/main" val="2093333376"/>
      </p:ext>
    </p:extLst>
  </p:cSld>
</p:sld>
</file>

<file path=ppt/slides/slide5.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30DD0B0-A1FD-48A7-A67B-2696889C8218}"/>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D812E0-73CD-46E1-A63A-38FDC047D88C}"/>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2     •     05</a:t>
            </a:r>
          </a:p>
        </p:txBody>
      </p:sp>
      <p:sp>
        <p:nvSpPr>
          <p:cNvPr id="3" name="">
            <a:extLst xmlns:a="http://schemas.openxmlformats.org/drawingml/2006/main">
              <a:ext uri="{FF2B5EF4-FFF2-40B4-BE49-F238E27FC236}">
                <a16:creationId xmlns:a16="http://schemas.microsoft.com/office/drawing/2014/main" id="{1682535A-2E01-42BD-B5CC-5FB9BFA7FBF6}"/>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A: all methods found the same known defects</a:t>
            </a:r>
          </a:p>
        </p:txBody>
      </p:sp>
      <p:sp>
        <p:nvSpPr>
          <p:cNvPr id="4" name="">
            <a:extLst xmlns:a="http://schemas.openxmlformats.org/drawingml/2006/main">
              <a:ext uri="{FF2B5EF4-FFF2-40B4-BE49-F238E27FC236}">
                <a16:creationId xmlns:a16="http://schemas.microsoft.com/office/drawing/2014/main" id="{6F1F4D41-2842-4A58-911E-3EF5DE373644}"/>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Each method detected 3 of 9 predefined defect IDs.</a:t>
            </a:r>
          </a:p>
        </p:txBody>
      </p:sp>
      <p:sp>
        <p:nvSpPr>
          <p:cNvPr id="5" name="">
            <a:extLst xmlns:a="http://schemas.openxmlformats.org/drawingml/2006/main">
              <a:ext uri="{FF2B5EF4-FFF2-40B4-BE49-F238E27FC236}">
                <a16:creationId xmlns:a16="http://schemas.microsoft.com/office/drawing/2014/main" id="{2CBF156D-C4DF-48EE-BC96-0F7385901F11}"/>
              </a:ext>
            </a:extLst>
          </p:cNvPr>
          <p:cNvSpPr>
            <a:spLocks xmlns:a="http://schemas.openxmlformats.org/drawingml/2006/main" noGrp="1"/>
          </p:cNvSpPr>
          <p:nvPr/>
        </p:nvSpPr>
        <p:spPr>
          <a:xfrm xmlns:a="http://schemas.openxmlformats.org/drawingml/2006/main">
            <a:off x="714375" y="233362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Direct questions</a:t>
            </a:r>
          </a:p>
        </p:txBody>
      </p:sp>
      <p:sp>
        <p:nvSpPr>
          <p:cNvPr id="6" name="">
            <a:extLst xmlns:a="http://schemas.openxmlformats.org/drawingml/2006/main">
              <a:ext uri="{FF2B5EF4-FFF2-40B4-BE49-F238E27FC236}">
                <a16:creationId xmlns:a16="http://schemas.microsoft.com/office/drawing/2014/main" id="{496F8062-CD48-4763-B3E6-378D18D9EDC9}"/>
              </a:ext>
            </a:extLst>
          </p:cNvPr>
          <p:cNvSpPr>
            <a:spLocks xmlns:a="http://schemas.openxmlformats.org/drawingml/2006/main" noGrp="1"/>
          </p:cNvSpPr>
          <p:nvPr/>
        </p:nvSpPr>
        <p:spPr>
          <a:xfrm xmlns:a="http://schemas.openxmlformats.org/drawingml/2006/main">
            <a:off x="4953000" y="2409825"/>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D71ACA6-8C39-425D-9789-7E4A26F13178}"/>
              </a:ext>
            </a:extLst>
          </p:cNvPr>
          <p:cNvSpPr>
            <a:spLocks xmlns:a="http://schemas.openxmlformats.org/drawingml/2006/main" noGrp="1"/>
          </p:cNvSpPr>
          <p:nvPr/>
        </p:nvSpPr>
        <p:spPr>
          <a:xfrm xmlns:a="http://schemas.openxmlformats.org/drawingml/2006/main">
            <a:off x="4953000" y="2409825"/>
            <a:ext cx="1619250"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68F17E3-3219-46A8-87F2-FE6C98FC5D0C}"/>
              </a:ext>
            </a:extLst>
          </p:cNvPr>
          <p:cNvSpPr>
            <a:spLocks xmlns:a="http://schemas.openxmlformats.org/drawingml/2006/main" noGrp="1"/>
          </p:cNvSpPr>
          <p:nvPr/>
        </p:nvSpPr>
        <p:spPr>
          <a:xfrm xmlns:a="http://schemas.openxmlformats.org/drawingml/2006/main">
            <a:off x="9858375" y="23241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3 / 9</a:t>
            </a:r>
          </a:p>
        </p:txBody>
      </p:sp>
      <p:sp>
        <p:nvSpPr>
          <p:cNvPr id="9" name="">
            <a:extLst xmlns:a="http://schemas.openxmlformats.org/drawingml/2006/main">
              <a:ext uri="{FF2B5EF4-FFF2-40B4-BE49-F238E27FC236}">
                <a16:creationId xmlns:a16="http://schemas.microsoft.com/office/drawing/2014/main" id="{B7A7D6EB-1205-41F8-AB6C-11FA5531ADB3}"/>
              </a:ext>
            </a:extLst>
          </p:cNvPr>
          <p:cNvSpPr>
            <a:spLocks xmlns:a="http://schemas.openxmlformats.org/drawingml/2006/main" noGrp="1"/>
          </p:cNvSpPr>
          <p:nvPr/>
        </p:nvSpPr>
        <p:spPr>
          <a:xfrm xmlns:a="http://schemas.openxmlformats.org/drawingml/2006/main">
            <a:off x="714375" y="319087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Fixed templates</a:t>
            </a:r>
          </a:p>
        </p:txBody>
      </p:sp>
      <p:sp>
        <p:nvSpPr>
          <p:cNvPr id="10" name="">
            <a:extLst xmlns:a="http://schemas.openxmlformats.org/drawingml/2006/main">
              <a:ext uri="{FF2B5EF4-FFF2-40B4-BE49-F238E27FC236}">
                <a16:creationId xmlns:a16="http://schemas.microsoft.com/office/drawing/2014/main" id="{AC35E1F7-5344-42B9-91E1-B8D8FC5EEA84}"/>
              </a:ext>
            </a:extLst>
          </p:cNvPr>
          <p:cNvSpPr>
            <a:spLocks xmlns:a="http://schemas.openxmlformats.org/drawingml/2006/main" noGrp="1"/>
          </p:cNvSpPr>
          <p:nvPr/>
        </p:nvSpPr>
        <p:spPr>
          <a:xfrm xmlns:a="http://schemas.openxmlformats.org/drawingml/2006/main">
            <a:off x="4953000" y="3267075"/>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1B690A5-29BE-46AA-BA7F-B213A9745E7B}"/>
              </a:ext>
            </a:extLst>
          </p:cNvPr>
          <p:cNvSpPr>
            <a:spLocks xmlns:a="http://schemas.openxmlformats.org/drawingml/2006/main" noGrp="1"/>
          </p:cNvSpPr>
          <p:nvPr/>
        </p:nvSpPr>
        <p:spPr>
          <a:xfrm xmlns:a="http://schemas.openxmlformats.org/drawingml/2006/main">
            <a:off x="4953000" y="3267075"/>
            <a:ext cx="1619250"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1DE98C0-5B5C-4916-B6DB-FFF10963F819}"/>
              </a:ext>
            </a:extLst>
          </p:cNvPr>
          <p:cNvSpPr>
            <a:spLocks xmlns:a="http://schemas.openxmlformats.org/drawingml/2006/main" noGrp="1"/>
          </p:cNvSpPr>
          <p:nvPr/>
        </p:nvSpPr>
        <p:spPr>
          <a:xfrm xmlns:a="http://schemas.openxmlformats.org/drawingml/2006/main">
            <a:off x="9858375" y="31813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3 / 9</a:t>
            </a:r>
          </a:p>
        </p:txBody>
      </p:sp>
      <p:sp>
        <p:nvSpPr>
          <p:cNvPr id="13" name="">
            <a:extLst xmlns:a="http://schemas.openxmlformats.org/drawingml/2006/main">
              <a:ext uri="{FF2B5EF4-FFF2-40B4-BE49-F238E27FC236}">
                <a16:creationId xmlns:a16="http://schemas.microsoft.com/office/drawing/2014/main" id="{2E799408-189F-4A39-9D56-BB7B1DD568E3}"/>
              </a:ext>
            </a:extLst>
          </p:cNvPr>
          <p:cNvSpPr>
            <a:spLocks xmlns:a="http://schemas.openxmlformats.org/drawingml/2006/main" noGrp="1"/>
          </p:cNvSpPr>
          <p:nvPr/>
        </p:nvSpPr>
        <p:spPr>
          <a:xfrm xmlns:a="http://schemas.openxmlformats.org/drawingml/2006/main">
            <a:off x="714375" y="404812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Contextual questions</a:t>
            </a:r>
          </a:p>
        </p:txBody>
      </p:sp>
      <p:sp>
        <p:nvSpPr>
          <p:cNvPr id="14" name="">
            <a:extLst xmlns:a="http://schemas.openxmlformats.org/drawingml/2006/main">
              <a:ext uri="{FF2B5EF4-FFF2-40B4-BE49-F238E27FC236}">
                <a16:creationId xmlns:a16="http://schemas.microsoft.com/office/drawing/2014/main" id="{423F7EF1-572D-461D-BF84-DF90F7ED5BE8}"/>
              </a:ext>
            </a:extLst>
          </p:cNvPr>
          <p:cNvSpPr>
            <a:spLocks xmlns:a="http://schemas.openxmlformats.org/drawingml/2006/main" noGrp="1"/>
          </p:cNvSpPr>
          <p:nvPr/>
        </p:nvSpPr>
        <p:spPr>
          <a:xfrm xmlns:a="http://schemas.openxmlformats.org/drawingml/2006/main">
            <a:off x="4953000" y="4124325"/>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C111737-CA7A-4995-BE75-90A05CD3B77A}"/>
              </a:ext>
            </a:extLst>
          </p:cNvPr>
          <p:cNvSpPr>
            <a:spLocks xmlns:a="http://schemas.openxmlformats.org/drawingml/2006/main" noGrp="1"/>
          </p:cNvSpPr>
          <p:nvPr/>
        </p:nvSpPr>
        <p:spPr>
          <a:xfrm xmlns:a="http://schemas.openxmlformats.org/drawingml/2006/main">
            <a:off x="4953000" y="4124325"/>
            <a:ext cx="1619250"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697C660-7682-4156-A27F-6E96A3D38894}"/>
              </a:ext>
            </a:extLst>
          </p:cNvPr>
          <p:cNvSpPr>
            <a:spLocks xmlns:a="http://schemas.openxmlformats.org/drawingml/2006/main" noGrp="1"/>
          </p:cNvSpPr>
          <p:nvPr/>
        </p:nvSpPr>
        <p:spPr>
          <a:xfrm xmlns:a="http://schemas.openxmlformats.org/drawingml/2006/main">
            <a:off x="9858375" y="40386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3 / 9</a:t>
            </a:r>
          </a:p>
        </p:txBody>
      </p:sp>
      <p:sp>
        <p:nvSpPr>
          <p:cNvPr id="17" name="">
            <a:extLst xmlns:a="http://schemas.openxmlformats.org/drawingml/2006/main">
              <a:ext uri="{FF2B5EF4-FFF2-40B4-BE49-F238E27FC236}">
                <a16:creationId xmlns:a16="http://schemas.microsoft.com/office/drawing/2014/main" id="{1A3EEE91-59E2-46EF-B244-0380E62A78EE}"/>
              </a:ext>
            </a:extLst>
          </p:cNvPr>
          <p:cNvSpPr>
            <a:spLocks xmlns:a="http://schemas.openxmlformats.org/drawingml/2006/main" noGrp="1"/>
          </p:cNvSpPr>
          <p:nvPr/>
        </p:nvSpPr>
        <p:spPr>
          <a:xfrm xmlns:a="http://schemas.openxmlformats.org/drawingml/2006/main">
            <a:off x="723900" y="5095875"/>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152B3C"/>
                </a:solidFill>
                <a:latin typeface="Arial"/>
                <a:ea typeface="Arial"/>
                <a:cs typeface="Arial"/>
              </a:defRPr>
            </a:defPPr>
            <a:lvl1pPr algn="l">
              <a:buNone/>
              <a:defRPr sz="1725" b="1">
                <a:solidFill>
                  <a:srgbClr val="152B3C"/>
                </a:solidFill>
                <a:latin typeface="Arial"/>
                <a:ea typeface="Arial"/>
                <a:cs typeface="Arial"/>
              </a:defRPr>
            </a:lvl1pPr>
            <a:lvl2pPr algn="l">
              <a:buNone/>
              <a:defRPr sz="1725" b="1">
                <a:solidFill>
                  <a:srgbClr val="152B3C"/>
                </a:solidFill>
                <a:latin typeface="Arial"/>
                <a:ea typeface="Arial"/>
                <a:cs typeface="Arial"/>
              </a:defRPr>
            </a:lvl2pPr>
            <a:lvl3pPr algn="l">
              <a:buNone/>
              <a:defRPr sz="1725" b="1">
                <a:solidFill>
                  <a:srgbClr val="152B3C"/>
                </a:solidFill>
                <a:latin typeface="Arial"/>
                <a:ea typeface="Arial"/>
                <a:cs typeface="Arial"/>
              </a:defRPr>
            </a:lvl3pPr>
            <a:lvl4pPr algn="l">
              <a:buNone/>
              <a:defRPr sz="1725" b="1">
                <a:solidFill>
                  <a:srgbClr val="152B3C"/>
                </a:solidFill>
                <a:latin typeface="Arial"/>
                <a:ea typeface="Arial"/>
                <a:cs typeface="Arial"/>
              </a:defRPr>
            </a:lvl4pPr>
            <a:lvl5pPr algn="l">
              <a:buNone/>
              <a:defRPr sz="1725" b="1">
                <a:solidFill>
                  <a:srgbClr val="152B3C"/>
                </a:solidFill>
                <a:latin typeface="Arial"/>
                <a:ea typeface="Arial"/>
                <a:cs typeface="Arial"/>
              </a:defRPr>
            </a:lvl5pPr>
            <a:lvl6pPr algn="l">
              <a:buNone/>
              <a:defRPr sz="1725" b="1">
                <a:solidFill>
                  <a:srgbClr val="152B3C"/>
                </a:solidFill>
                <a:latin typeface="Arial"/>
                <a:ea typeface="Arial"/>
                <a:cs typeface="Arial"/>
              </a:defRPr>
            </a:lvl6pPr>
            <a:lvl7pPr algn="l">
              <a:buNone/>
              <a:defRPr sz="1725" b="1">
                <a:solidFill>
                  <a:srgbClr val="152B3C"/>
                </a:solidFill>
                <a:latin typeface="Arial"/>
                <a:ea typeface="Arial"/>
                <a:cs typeface="Arial"/>
              </a:defRPr>
            </a:lvl7pPr>
            <a:lvl8pPr algn="l">
              <a:buNone/>
              <a:defRPr sz="1725" b="1">
                <a:solidFill>
                  <a:srgbClr val="152B3C"/>
                </a:solidFill>
                <a:latin typeface="Arial"/>
                <a:ea typeface="Arial"/>
                <a:cs typeface="Arial"/>
              </a:defRPr>
            </a:lvl8pPr>
            <a:lvl9pPr algn="l">
              <a:buNone/>
              <a:defRPr sz="1725" b="1">
                <a:solidFill>
                  <a:srgbClr val="152B3C"/>
                </a:solidFill>
                <a:latin typeface="Arial"/>
                <a:ea typeface="Arial"/>
                <a:cs typeface="Arial"/>
              </a:defRPr>
            </a:lvl9pPr>
          </a:lstStyle>
          <a:p xmlns:a="http://schemas.openxmlformats.org/drawingml/2006/main">
            <a:pPr algn="l">
              <a:buNone/>
              <a:defRPr sz="1725" b="1">
                <a:solidFill>
                  <a:srgbClr val="152B3C"/>
                </a:solidFill>
                <a:latin typeface="Arial"/>
                <a:ea typeface="Arial"/>
                <a:cs typeface="Arial"/>
              </a:defRPr>
            </a:pPr>
            <a:r>
              <a:rPr sz="1725" b="1">
                <a:solidFill>
                  <a:srgbClr val="152B3C"/>
                </a:solidFill>
                <a:latin typeface="Arial"/>
                <a:ea typeface="Arial"/>
                <a:cs typeface="Arial"/>
              </a:rPr>
              <a:t>No advantage for contextual questions was demonstrated in this sample.</a:t>
            </a:r>
          </a:p>
        </p:txBody>
      </p:sp>
      <p:sp>
        <p:nvSpPr>
          <p:cNvPr id="18" name="">
            <a:extLst xmlns:a="http://schemas.openxmlformats.org/drawingml/2006/main">
              <a:ext uri="{FF2B5EF4-FFF2-40B4-BE49-F238E27FC236}">
                <a16:creationId xmlns:a16="http://schemas.microsoft.com/office/drawing/2014/main" id="{83CAD1A2-40D5-4279-A59A-F7DD565937A4}"/>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DAD7B44-DFCA-4322-AED5-24A885FC73B0}"/>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3 related synthetic histories · 36 answers · 18 failed answers outside the frozen defect inventory.</a:t>
            </a:r>
          </a:p>
        </p:txBody>
      </p:sp>
    </p:spTree>
    <p:extLst>
      <p:ext uri="{BB962C8B-B14F-4D97-AF65-F5344CB8AC3E}">
        <p14:creationId xmlns:p14="http://schemas.microsoft.com/office/powerpoint/2010/main" val="922914536"/>
      </p:ext>
    </p:extLst>
  </p:cSld>
</p:sld>
</file>

<file path=ppt/slides/slide6.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30BCC7B-05A1-4142-B76C-942A0B009D86}"/>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314BBD2-7743-4A3E-A746-2FF812083169}"/>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2     •     06</a:t>
            </a:r>
          </a:p>
        </p:txBody>
      </p:sp>
      <p:sp>
        <p:nvSpPr>
          <p:cNvPr id="3" name="">
            <a:extLst xmlns:a="http://schemas.openxmlformats.org/drawingml/2006/main">
              <a:ext uri="{FF2B5EF4-FFF2-40B4-BE49-F238E27FC236}">
                <a16:creationId xmlns:a16="http://schemas.microsoft.com/office/drawing/2014/main" id="{0447C063-25EB-4F5F-97AE-D51EBC445B2A}"/>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B: four strategies on the same histories</a:t>
            </a:r>
          </a:p>
        </p:txBody>
      </p:sp>
      <p:sp>
        <p:nvSpPr>
          <p:cNvPr id="4" name="">
            <a:extLst xmlns:a="http://schemas.openxmlformats.org/drawingml/2006/main">
              <a:ext uri="{FF2B5EF4-FFF2-40B4-BE49-F238E27FC236}">
                <a16:creationId xmlns:a16="http://schemas.microsoft.com/office/drawing/2014/main" id="{F6C9D14D-281D-4842-9FDF-0CCAF4EA04B5}"/>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Human-consensus passes across 36 answers per strategy.</a:t>
            </a:r>
          </a:p>
        </p:txBody>
      </p:sp>
      <p:sp>
        <p:nvSpPr>
          <p:cNvPr id="5" name="">
            <a:extLst xmlns:a="http://schemas.openxmlformats.org/drawingml/2006/main">
              <a:ext uri="{FF2B5EF4-FFF2-40B4-BE49-F238E27FC236}">
                <a16:creationId xmlns:a16="http://schemas.microsoft.com/office/drawing/2014/main" id="{F2344301-FD0E-49BB-BCA3-8968A3AA7327}"/>
              </a:ext>
            </a:extLst>
          </p:cNvPr>
          <p:cNvSpPr>
            <a:spLocks xmlns:a="http://schemas.openxmlformats.org/drawingml/2006/main" noGrp="1"/>
          </p:cNvSpPr>
          <p:nvPr/>
        </p:nvSpPr>
        <p:spPr>
          <a:xfrm xmlns:a="http://schemas.openxmlformats.org/drawingml/2006/main">
            <a:off x="714375" y="204787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First-match retrieval</a:t>
            </a:r>
          </a:p>
        </p:txBody>
      </p:sp>
      <p:sp>
        <p:nvSpPr>
          <p:cNvPr id="6" name="">
            <a:extLst xmlns:a="http://schemas.openxmlformats.org/drawingml/2006/main">
              <a:ext uri="{FF2B5EF4-FFF2-40B4-BE49-F238E27FC236}">
                <a16:creationId xmlns:a16="http://schemas.microsoft.com/office/drawing/2014/main" id="{F79E8B0B-099A-4AD8-B16D-BA352BC6DF1A}"/>
              </a:ext>
            </a:extLst>
          </p:cNvPr>
          <p:cNvSpPr>
            <a:spLocks xmlns:a="http://schemas.openxmlformats.org/drawingml/2006/main" noGrp="1"/>
          </p:cNvSpPr>
          <p:nvPr/>
        </p:nvSpPr>
        <p:spPr>
          <a:xfrm xmlns:a="http://schemas.openxmlformats.org/drawingml/2006/main">
            <a:off x="4953000" y="2124075"/>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CCE9F48-90AF-43E7-AB83-C91EEC79CD51}"/>
              </a:ext>
            </a:extLst>
          </p:cNvPr>
          <p:cNvSpPr>
            <a:spLocks xmlns:a="http://schemas.openxmlformats.org/drawingml/2006/main" noGrp="1"/>
          </p:cNvSpPr>
          <p:nvPr/>
        </p:nvSpPr>
        <p:spPr>
          <a:xfrm xmlns:a="http://schemas.openxmlformats.org/drawingml/2006/main">
            <a:off x="4953000" y="2124075"/>
            <a:ext cx="1214438"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52EEC94-E870-4395-B8CA-05353DACFAA1}"/>
              </a:ext>
            </a:extLst>
          </p:cNvPr>
          <p:cNvSpPr>
            <a:spLocks xmlns:a="http://schemas.openxmlformats.org/drawingml/2006/main" noGrp="1"/>
          </p:cNvSpPr>
          <p:nvPr/>
        </p:nvSpPr>
        <p:spPr>
          <a:xfrm xmlns:a="http://schemas.openxmlformats.org/drawingml/2006/main">
            <a:off x="9858375" y="20383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9 / 36  ·  25%</a:t>
            </a:r>
          </a:p>
        </p:txBody>
      </p:sp>
      <p:sp>
        <p:nvSpPr>
          <p:cNvPr id="9" name="">
            <a:extLst xmlns:a="http://schemas.openxmlformats.org/drawingml/2006/main">
              <a:ext uri="{FF2B5EF4-FFF2-40B4-BE49-F238E27FC236}">
                <a16:creationId xmlns:a16="http://schemas.microsoft.com/office/drawing/2014/main" id="{575D75EF-18D9-4C73-AEEE-9780BBBEAB74}"/>
              </a:ext>
            </a:extLst>
          </p:cNvPr>
          <p:cNvSpPr>
            <a:spLocks xmlns:a="http://schemas.openxmlformats.org/drawingml/2006/main" noGrp="1"/>
          </p:cNvSpPr>
          <p:nvPr/>
        </p:nvSpPr>
        <p:spPr>
          <a:xfrm xmlns:a="http://schemas.openxmlformats.org/drawingml/2006/main">
            <a:off x="714375" y="28575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Relationship-priority retrieval</a:t>
            </a:r>
          </a:p>
        </p:txBody>
      </p:sp>
      <p:sp>
        <p:nvSpPr>
          <p:cNvPr id="10" name="">
            <a:extLst xmlns:a="http://schemas.openxmlformats.org/drawingml/2006/main">
              <a:ext uri="{FF2B5EF4-FFF2-40B4-BE49-F238E27FC236}">
                <a16:creationId xmlns:a16="http://schemas.microsoft.com/office/drawing/2014/main" id="{07BD468E-DFC4-464A-9AA8-D3E0B15929FE}"/>
              </a:ext>
            </a:extLst>
          </p:cNvPr>
          <p:cNvSpPr>
            <a:spLocks xmlns:a="http://schemas.openxmlformats.org/drawingml/2006/main" noGrp="1"/>
          </p:cNvSpPr>
          <p:nvPr/>
        </p:nvSpPr>
        <p:spPr>
          <a:xfrm xmlns:a="http://schemas.openxmlformats.org/drawingml/2006/main">
            <a:off x="4953000" y="2933700"/>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A3CA4B1-1FEE-4C44-AEDA-34E018FEF547}"/>
              </a:ext>
            </a:extLst>
          </p:cNvPr>
          <p:cNvSpPr>
            <a:spLocks xmlns:a="http://schemas.openxmlformats.org/drawingml/2006/main" noGrp="1"/>
          </p:cNvSpPr>
          <p:nvPr/>
        </p:nvSpPr>
        <p:spPr>
          <a:xfrm xmlns:a="http://schemas.openxmlformats.org/drawingml/2006/main">
            <a:off x="4953000" y="2933700"/>
            <a:ext cx="3643313"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BE6E0B7-0541-453C-9111-AD7D5F04161B}"/>
              </a:ext>
            </a:extLst>
          </p:cNvPr>
          <p:cNvSpPr>
            <a:spLocks xmlns:a="http://schemas.openxmlformats.org/drawingml/2006/main" noGrp="1"/>
          </p:cNvSpPr>
          <p:nvPr/>
        </p:nvSpPr>
        <p:spPr>
          <a:xfrm xmlns:a="http://schemas.openxmlformats.org/drawingml/2006/main">
            <a:off x="9858375" y="28479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27 / 36  ·  75%</a:t>
            </a:r>
          </a:p>
        </p:txBody>
      </p:sp>
      <p:sp>
        <p:nvSpPr>
          <p:cNvPr id="13" name="">
            <a:extLst xmlns:a="http://schemas.openxmlformats.org/drawingml/2006/main">
              <a:ext uri="{FF2B5EF4-FFF2-40B4-BE49-F238E27FC236}">
                <a16:creationId xmlns:a16="http://schemas.microsoft.com/office/drawing/2014/main" id="{6F600C24-49F8-4271-8FBF-A9FD497324C3}"/>
              </a:ext>
            </a:extLst>
          </p:cNvPr>
          <p:cNvSpPr>
            <a:spLocks xmlns:a="http://schemas.openxmlformats.org/drawingml/2006/main" noGrp="1"/>
          </p:cNvSpPr>
          <p:nvPr/>
        </p:nvSpPr>
        <p:spPr>
          <a:xfrm xmlns:a="http://schemas.openxmlformats.org/drawingml/2006/main">
            <a:off x="714375" y="366712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Match the task and project</a:t>
            </a:r>
          </a:p>
        </p:txBody>
      </p:sp>
      <p:sp>
        <p:nvSpPr>
          <p:cNvPr id="14" name="">
            <a:extLst xmlns:a="http://schemas.openxmlformats.org/drawingml/2006/main">
              <a:ext uri="{FF2B5EF4-FFF2-40B4-BE49-F238E27FC236}">
                <a16:creationId xmlns:a16="http://schemas.microsoft.com/office/drawing/2014/main" id="{A6961F2E-6790-49B0-BDF7-C5F61BBDF225}"/>
              </a:ext>
            </a:extLst>
          </p:cNvPr>
          <p:cNvSpPr>
            <a:spLocks xmlns:a="http://schemas.openxmlformats.org/drawingml/2006/main" noGrp="1"/>
          </p:cNvSpPr>
          <p:nvPr/>
        </p:nvSpPr>
        <p:spPr>
          <a:xfrm xmlns:a="http://schemas.openxmlformats.org/drawingml/2006/main">
            <a:off x="4953000" y="3743325"/>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45557E8-02FE-47E6-8E53-75505C8ECCDB}"/>
              </a:ext>
            </a:extLst>
          </p:cNvPr>
          <p:cNvSpPr>
            <a:spLocks xmlns:a="http://schemas.openxmlformats.org/drawingml/2006/main" noGrp="1"/>
          </p:cNvSpPr>
          <p:nvPr/>
        </p:nvSpPr>
        <p:spPr>
          <a:xfrm xmlns:a="http://schemas.openxmlformats.org/drawingml/2006/main">
            <a:off x="4953000" y="3743325"/>
            <a:ext cx="2428875"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1690354-8175-4364-9C55-CFE3E817A80B}"/>
              </a:ext>
            </a:extLst>
          </p:cNvPr>
          <p:cNvSpPr>
            <a:spLocks xmlns:a="http://schemas.openxmlformats.org/drawingml/2006/main" noGrp="1"/>
          </p:cNvSpPr>
          <p:nvPr/>
        </p:nvSpPr>
        <p:spPr>
          <a:xfrm xmlns:a="http://schemas.openxmlformats.org/drawingml/2006/main">
            <a:off x="9858375" y="36576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18 / 36  ·  50%</a:t>
            </a:r>
          </a:p>
        </p:txBody>
      </p:sp>
      <p:sp>
        <p:nvSpPr>
          <p:cNvPr id="17" name="">
            <a:extLst xmlns:a="http://schemas.openxmlformats.org/drawingml/2006/main">
              <a:ext uri="{FF2B5EF4-FFF2-40B4-BE49-F238E27FC236}">
                <a16:creationId xmlns:a16="http://schemas.microsoft.com/office/drawing/2014/main" id="{8F78620C-41F5-43A4-B3E9-ECC58272D449}"/>
              </a:ext>
            </a:extLst>
          </p:cNvPr>
          <p:cNvSpPr>
            <a:spLocks xmlns:a="http://schemas.openxmlformats.org/drawingml/2006/main" noGrp="1"/>
          </p:cNvSpPr>
          <p:nvPr/>
        </p:nvSpPr>
        <p:spPr>
          <a:xfrm xmlns:a="http://schemas.openxmlformats.org/drawingml/2006/main">
            <a:off x="714375" y="44767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Consider time and importance</a:t>
            </a:r>
          </a:p>
        </p:txBody>
      </p:sp>
      <p:sp>
        <p:nvSpPr>
          <p:cNvPr id="18" name="">
            <a:extLst xmlns:a="http://schemas.openxmlformats.org/drawingml/2006/main">
              <a:ext uri="{FF2B5EF4-FFF2-40B4-BE49-F238E27FC236}">
                <a16:creationId xmlns:a16="http://schemas.microsoft.com/office/drawing/2014/main" id="{BBBCE374-33D7-4AC4-8711-5C5EF26CBC16}"/>
              </a:ext>
            </a:extLst>
          </p:cNvPr>
          <p:cNvSpPr>
            <a:spLocks xmlns:a="http://schemas.openxmlformats.org/drawingml/2006/main" noGrp="1"/>
          </p:cNvSpPr>
          <p:nvPr/>
        </p:nvSpPr>
        <p:spPr>
          <a:xfrm xmlns:a="http://schemas.openxmlformats.org/drawingml/2006/main">
            <a:off x="4953000" y="4552950"/>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8A72AE2-4DDC-48A5-A784-837D139B27AF}"/>
              </a:ext>
            </a:extLst>
          </p:cNvPr>
          <p:cNvSpPr>
            <a:spLocks xmlns:a="http://schemas.openxmlformats.org/drawingml/2006/main" noGrp="1"/>
          </p:cNvSpPr>
          <p:nvPr/>
        </p:nvSpPr>
        <p:spPr>
          <a:xfrm xmlns:a="http://schemas.openxmlformats.org/drawingml/2006/main">
            <a:off x="4953000" y="4552950"/>
            <a:ext cx="3643313"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B4C8B3F-5A6D-495D-9133-22842AD3F581}"/>
              </a:ext>
            </a:extLst>
          </p:cNvPr>
          <p:cNvSpPr>
            <a:spLocks xmlns:a="http://schemas.openxmlformats.org/drawingml/2006/main" noGrp="1"/>
          </p:cNvSpPr>
          <p:nvPr/>
        </p:nvSpPr>
        <p:spPr>
          <a:xfrm xmlns:a="http://schemas.openxmlformats.org/drawingml/2006/main">
            <a:off x="9858375" y="44672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27 / 36  ·  75%</a:t>
            </a:r>
          </a:p>
        </p:txBody>
      </p:sp>
      <p:sp>
        <p:nvSpPr>
          <p:cNvPr id="21" name="">
            <a:extLst xmlns:a="http://schemas.openxmlformats.org/drawingml/2006/main">
              <a:ext uri="{FF2B5EF4-FFF2-40B4-BE49-F238E27FC236}">
                <a16:creationId xmlns:a16="http://schemas.microsoft.com/office/drawing/2014/main" id="{06654D22-DED6-4FB2-B3C7-04497A214848}"/>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8F3DEFA-8901-4589-8510-A81774F167FC}"/>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3 previously used synthetic histories · 3 repeats per history · repeated answers are related.</a:t>
            </a:r>
          </a:p>
        </p:txBody>
      </p:sp>
    </p:spTree>
    <p:extLst>
      <p:ext uri="{BB962C8B-B14F-4D97-AF65-F5344CB8AC3E}">
        <p14:creationId xmlns:p14="http://schemas.microsoft.com/office/powerpoint/2010/main" val="2050196578"/>
      </p:ext>
    </p:extLst>
  </p:cSld>
</p:sld>
</file>

<file path=ppt/slides/slide7.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3CACA83-A9F5-4DFC-9B9B-D596FFE44F80}"/>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DD44DC5-2C4C-4A3D-8BB2-E03970809AE2}"/>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3     •     07</a:t>
            </a:r>
          </a:p>
        </p:txBody>
      </p:sp>
      <p:sp>
        <p:nvSpPr>
          <p:cNvPr id="3" name="">
            <a:extLst xmlns:a="http://schemas.openxmlformats.org/drawingml/2006/main">
              <a:ext uri="{FF2B5EF4-FFF2-40B4-BE49-F238E27FC236}">
                <a16:creationId xmlns:a16="http://schemas.microsoft.com/office/drawing/2014/main" id="{CFB982AD-206D-4DF0-9D72-6D0CE943B09C}"/>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C: four strategies on selected benchmark cases</a:t>
            </a:r>
          </a:p>
        </p:txBody>
      </p:sp>
      <p:sp>
        <p:nvSpPr>
          <p:cNvPr id="4" name="">
            <a:extLst xmlns:a="http://schemas.openxmlformats.org/drawingml/2006/main">
              <a:ext uri="{FF2B5EF4-FFF2-40B4-BE49-F238E27FC236}">
                <a16:creationId xmlns:a16="http://schemas.microsoft.com/office/drawing/2014/main" id="{F20B3F5D-2C77-4B3A-B567-22642E64B2C8}"/>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Human-adjudicated pass rate among decided answers.</a:t>
            </a:r>
          </a:p>
        </p:txBody>
      </p:sp>
      <p:sp>
        <p:nvSpPr>
          <p:cNvPr id="5" name="">
            <a:extLst xmlns:a="http://schemas.openxmlformats.org/drawingml/2006/main">
              <a:ext uri="{FF2B5EF4-FFF2-40B4-BE49-F238E27FC236}">
                <a16:creationId xmlns:a16="http://schemas.microsoft.com/office/drawing/2014/main" id="{F5EF9CD8-622E-4D71-961C-74DDCC1655E0}"/>
              </a:ext>
            </a:extLst>
          </p:cNvPr>
          <p:cNvSpPr>
            <a:spLocks xmlns:a="http://schemas.openxmlformats.org/drawingml/2006/main" noGrp="1"/>
          </p:cNvSpPr>
          <p:nvPr/>
        </p:nvSpPr>
        <p:spPr>
          <a:xfrm xmlns:a="http://schemas.openxmlformats.org/drawingml/2006/main">
            <a:off x="714375" y="204787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First-match retrieval</a:t>
            </a:r>
          </a:p>
        </p:txBody>
      </p:sp>
      <p:sp>
        <p:nvSpPr>
          <p:cNvPr id="6" name="">
            <a:extLst xmlns:a="http://schemas.openxmlformats.org/drawingml/2006/main">
              <a:ext uri="{FF2B5EF4-FFF2-40B4-BE49-F238E27FC236}">
                <a16:creationId xmlns:a16="http://schemas.microsoft.com/office/drawing/2014/main" id="{C196484B-A45F-471B-B44F-856CDCB4C7FE}"/>
              </a:ext>
            </a:extLst>
          </p:cNvPr>
          <p:cNvSpPr>
            <a:spLocks xmlns:a="http://schemas.openxmlformats.org/drawingml/2006/main" noGrp="1"/>
          </p:cNvSpPr>
          <p:nvPr/>
        </p:nvSpPr>
        <p:spPr>
          <a:xfrm xmlns:a="http://schemas.openxmlformats.org/drawingml/2006/main">
            <a:off x="4953000" y="2124075"/>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A3C5CC6-02C7-4804-A264-D773369599F4}"/>
              </a:ext>
            </a:extLst>
          </p:cNvPr>
          <p:cNvSpPr>
            <a:spLocks xmlns:a="http://schemas.openxmlformats.org/drawingml/2006/main" noGrp="1"/>
          </p:cNvSpPr>
          <p:nvPr/>
        </p:nvSpPr>
        <p:spPr>
          <a:xfrm xmlns:a="http://schemas.openxmlformats.org/drawingml/2006/main">
            <a:off x="4953000" y="2124075"/>
            <a:ext cx="949216"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E40BC3B-F9A8-4A59-B1E8-C2C74DC1AEAA}"/>
              </a:ext>
            </a:extLst>
          </p:cNvPr>
          <p:cNvSpPr>
            <a:spLocks xmlns:a="http://schemas.openxmlformats.org/drawingml/2006/main" noGrp="1"/>
          </p:cNvSpPr>
          <p:nvPr/>
        </p:nvSpPr>
        <p:spPr>
          <a:xfrm xmlns:a="http://schemas.openxmlformats.org/drawingml/2006/main">
            <a:off x="9858375" y="20383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17 / 87  ·  19.5%</a:t>
            </a:r>
          </a:p>
        </p:txBody>
      </p:sp>
      <p:sp>
        <p:nvSpPr>
          <p:cNvPr id="9" name="">
            <a:extLst xmlns:a="http://schemas.openxmlformats.org/drawingml/2006/main">
              <a:ext uri="{FF2B5EF4-FFF2-40B4-BE49-F238E27FC236}">
                <a16:creationId xmlns:a16="http://schemas.microsoft.com/office/drawing/2014/main" id="{D8947975-AAB5-412F-A0D5-D49845E18E3D}"/>
              </a:ext>
            </a:extLst>
          </p:cNvPr>
          <p:cNvSpPr>
            <a:spLocks xmlns:a="http://schemas.openxmlformats.org/drawingml/2006/main" noGrp="1"/>
          </p:cNvSpPr>
          <p:nvPr/>
        </p:nvSpPr>
        <p:spPr>
          <a:xfrm xmlns:a="http://schemas.openxmlformats.org/drawingml/2006/main">
            <a:off x="714375" y="28575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Relationship-priority retrieval</a:t>
            </a:r>
          </a:p>
        </p:txBody>
      </p:sp>
      <p:sp>
        <p:nvSpPr>
          <p:cNvPr id="10" name="">
            <a:extLst xmlns:a="http://schemas.openxmlformats.org/drawingml/2006/main">
              <a:ext uri="{FF2B5EF4-FFF2-40B4-BE49-F238E27FC236}">
                <a16:creationId xmlns:a16="http://schemas.microsoft.com/office/drawing/2014/main" id="{009D5350-675F-4010-9135-9B8E68B80002}"/>
              </a:ext>
            </a:extLst>
          </p:cNvPr>
          <p:cNvSpPr>
            <a:spLocks xmlns:a="http://schemas.openxmlformats.org/drawingml/2006/main" noGrp="1"/>
          </p:cNvSpPr>
          <p:nvPr/>
        </p:nvSpPr>
        <p:spPr>
          <a:xfrm xmlns:a="http://schemas.openxmlformats.org/drawingml/2006/main">
            <a:off x="4953000" y="2933700"/>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C9A8896-7AF4-4979-8183-4377237CA94B}"/>
              </a:ext>
            </a:extLst>
          </p:cNvPr>
          <p:cNvSpPr>
            <a:spLocks xmlns:a="http://schemas.openxmlformats.org/drawingml/2006/main" noGrp="1"/>
          </p:cNvSpPr>
          <p:nvPr/>
        </p:nvSpPr>
        <p:spPr>
          <a:xfrm xmlns:a="http://schemas.openxmlformats.org/drawingml/2006/main">
            <a:off x="4953000" y="2933700"/>
            <a:ext cx="3418417"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EEAD9FA-CAE2-4B5C-B01D-AA780DFE9B89}"/>
              </a:ext>
            </a:extLst>
          </p:cNvPr>
          <p:cNvSpPr>
            <a:spLocks xmlns:a="http://schemas.openxmlformats.org/drawingml/2006/main" noGrp="1"/>
          </p:cNvSpPr>
          <p:nvPr/>
        </p:nvSpPr>
        <p:spPr>
          <a:xfrm xmlns:a="http://schemas.openxmlformats.org/drawingml/2006/main">
            <a:off x="9858375" y="28479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57 / 81  ·  70.4%</a:t>
            </a:r>
          </a:p>
        </p:txBody>
      </p:sp>
      <p:sp>
        <p:nvSpPr>
          <p:cNvPr id="13" name="">
            <a:extLst xmlns:a="http://schemas.openxmlformats.org/drawingml/2006/main">
              <a:ext uri="{FF2B5EF4-FFF2-40B4-BE49-F238E27FC236}">
                <a16:creationId xmlns:a16="http://schemas.microsoft.com/office/drawing/2014/main" id="{37F01599-D469-4427-BD62-713A91863B67}"/>
              </a:ext>
            </a:extLst>
          </p:cNvPr>
          <p:cNvSpPr>
            <a:spLocks xmlns:a="http://schemas.openxmlformats.org/drawingml/2006/main" noGrp="1"/>
          </p:cNvSpPr>
          <p:nvPr/>
        </p:nvSpPr>
        <p:spPr>
          <a:xfrm xmlns:a="http://schemas.openxmlformats.org/drawingml/2006/main">
            <a:off x="714375" y="366712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Match the task and project</a:t>
            </a:r>
          </a:p>
        </p:txBody>
      </p:sp>
      <p:sp>
        <p:nvSpPr>
          <p:cNvPr id="14" name="">
            <a:extLst xmlns:a="http://schemas.openxmlformats.org/drawingml/2006/main">
              <a:ext uri="{FF2B5EF4-FFF2-40B4-BE49-F238E27FC236}">
                <a16:creationId xmlns:a16="http://schemas.microsoft.com/office/drawing/2014/main" id="{A93FD480-09B0-444A-B07B-85AEDBF08120}"/>
              </a:ext>
            </a:extLst>
          </p:cNvPr>
          <p:cNvSpPr>
            <a:spLocks xmlns:a="http://schemas.openxmlformats.org/drawingml/2006/main" noGrp="1"/>
          </p:cNvSpPr>
          <p:nvPr/>
        </p:nvSpPr>
        <p:spPr>
          <a:xfrm xmlns:a="http://schemas.openxmlformats.org/drawingml/2006/main">
            <a:off x="4953000" y="3743325"/>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1799741-1345-4A8E-BC72-5A1214137E33}"/>
              </a:ext>
            </a:extLst>
          </p:cNvPr>
          <p:cNvSpPr>
            <a:spLocks xmlns:a="http://schemas.openxmlformats.org/drawingml/2006/main" noGrp="1"/>
          </p:cNvSpPr>
          <p:nvPr/>
        </p:nvSpPr>
        <p:spPr>
          <a:xfrm xmlns:a="http://schemas.openxmlformats.org/drawingml/2006/main">
            <a:off x="4953000" y="3743325"/>
            <a:ext cx="2718027"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4D2635F-DF0A-49F6-A83C-B3232FEE92FB}"/>
              </a:ext>
            </a:extLst>
          </p:cNvPr>
          <p:cNvSpPr>
            <a:spLocks xmlns:a="http://schemas.openxmlformats.org/drawingml/2006/main" noGrp="1"/>
          </p:cNvSpPr>
          <p:nvPr/>
        </p:nvSpPr>
        <p:spPr>
          <a:xfrm xmlns:a="http://schemas.openxmlformats.org/drawingml/2006/main">
            <a:off x="9858375" y="36576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47 / 84  ·  56.0%</a:t>
            </a:r>
          </a:p>
        </p:txBody>
      </p:sp>
      <p:sp>
        <p:nvSpPr>
          <p:cNvPr id="17" name="">
            <a:extLst xmlns:a="http://schemas.openxmlformats.org/drawingml/2006/main">
              <a:ext uri="{FF2B5EF4-FFF2-40B4-BE49-F238E27FC236}">
                <a16:creationId xmlns:a16="http://schemas.microsoft.com/office/drawing/2014/main" id="{171F6F51-3C2F-45EB-A1AC-CB570BFB64D0}"/>
              </a:ext>
            </a:extLst>
          </p:cNvPr>
          <p:cNvSpPr>
            <a:spLocks xmlns:a="http://schemas.openxmlformats.org/drawingml/2006/main" noGrp="1"/>
          </p:cNvSpPr>
          <p:nvPr/>
        </p:nvSpPr>
        <p:spPr>
          <a:xfrm xmlns:a="http://schemas.openxmlformats.org/drawingml/2006/main">
            <a:off x="714375" y="44767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Consider time and importance</a:t>
            </a:r>
          </a:p>
        </p:txBody>
      </p:sp>
      <p:sp>
        <p:nvSpPr>
          <p:cNvPr id="18" name="">
            <a:extLst xmlns:a="http://schemas.openxmlformats.org/drawingml/2006/main">
              <a:ext uri="{FF2B5EF4-FFF2-40B4-BE49-F238E27FC236}">
                <a16:creationId xmlns:a16="http://schemas.microsoft.com/office/drawing/2014/main" id="{741F2DE4-5AAE-48FE-9D3F-6E7EE726068E}"/>
              </a:ext>
            </a:extLst>
          </p:cNvPr>
          <p:cNvSpPr>
            <a:spLocks xmlns:a="http://schemas.openxmlformats.org/drawingml/2006/main" noGrp="1"/>
          </p:cNvSpPr>
          <p:nvPr/>
        </p:nvSpPr>
        <p:spPr>
          <a:xfrm xmlns:a="http://schemas.openxmlformats.org/drawingml/2006/main">
            <a:off x="4953000" y="4552950"/>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B216874-EFD4-4839-AA31-A1D838729A7B}"/>
              </a:ext>
            </a:extLst>
          </p:cNvPr>
          <p:cNvSpPr>
            <a:spLocks xmlns:a="http://schemas.openxmlformats.org/drawingml/2006/main" noGrp="1"/>
          </p:cNvSpPr>
          <p:nvPr/>
        </p:nvSpPr>
        <p:spPr>
          <a:xfrm xmlns:a="http://schemas.openxmlformats.org/drawingml/2006/main">
            <a:off x="4953000" y="4552950"/>
            <a:ext cx="2891518"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402F62E-1AD9-41E8-B3D4-567F72B12437}"/>
              </a:ext>
            </a:extLst>
          </p:cNvPr>
          <p:cNvSpPr>
            <a:spLocks xmlns:a="http://schemas.openxmlformats.org/drawingml/2006/main" noGrp="1"/>
          </p:cNvSpPr>
          <p:nvPr/>
        </p:nvSpPr>
        <p:spPr>
          <a:xfrm xmlns:a="http://schemas.openxmlformats.org/drawingml/2006/main">
            <a:off x="9858375" y="44672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50 / 84  ·  59.5%</a:t>
            </a:r>
          </a:p>
        </p:txBody>
      </p:sp>
      <p:sp>
        <p:nvSpPr>
          <p:cNvPr id="21" name="">
            <a:extLst xmlns:a="http://schemas.openxmlformats.org/drawingml/2006/main">
              <a:ext uri="{FF2B5EF4-FFF2-40B4-BE49-F238E27FC236}">
                <a16:creationId xmlns:a16="http://schemas.microsoft.com/office/drawing/2014/main" id="{BC5B438C-6593-4071-8925-D6577F0ABAA4}"/>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B5A85A6-54A6-45B5-B579-91CC93CA79BB}"/>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30 selected LongMemEval cases · 3 repeats · 24 uncertain answers excluded from decided denominators.</a:t>
            </a:r>
          </a:p>
        </p:txBody>
      </p:sp>
    </p:spTree>
    <p:extLst>
      <p:ext uri="{BB962C8B-B14F-4D97-AF65-F5344CB8AC3E}">
        <p14:creationId xmlns:p14="http://schemas.microsoft.com/office/powerpoint/2010/main" val="776656582"/>
      </p:ext>
    </p:extLst>
  </p:cSld>
</p:sld>
</file>

<file path=ppt/slides/slide8.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CB9A608-11CF-4B75-A4B3-071E9A103DC4}"/>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53F9603-E298-4F8C-837A-75DA7830E297}"/>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3     •     08</a:t>
            </a:r>
          </a:p>
        </p:txBody>
      </p:sp>
      <p:sp>
        <p:nvSpPr>
          <p:cNvPr id="3" name="">
            <a:extLst xmlns:a="http://schemas.openxmlformats.org/drawingml/2006/main">
              <a:ext uri="{FF2B5EF4-FFF2-40B4-BE49-F238E27FC236}">
                <a16:creationId xmlns:a16="http://schemas.microsoft.com/office/drawing/2014/main" id="{BFC10401-7FEE-48DB-AD34-374043CE9613}"/>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C: the original ranking check</a:t>
            </a:r>
          </a:p>
        </p:txBody>
      </p:sp>
      <p:sp>
        <p:nvSpPr>
          <p:cNvPr id="4" name="">
            <a:extLst xmlns:a="http://schemas.openxmlformats.org/drawingml/2006/main">
              <a:ext uri="{FF2B5EF4-FFF2-40B4-BE49-F238E27FC236}">
                <a16:creationId xmlns:a16="http://schemas.microsoft.com/office/drawing/2014/main" id="{DF7E5DB8-454B-4F4A-8AFE-9EF5F7EA460C}"/>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A separate two-strategy comparison checked direction, not the four-strategy scores.</a:t>
            </a:r>
          </a:p>
        </p:txBody>
      </p:sp>
      <p:sp>
        <p:nvSpPr>
          <p:cNvPr id="5" name="">
            <a:extLst xmlns:a="http://schemas.openxmlformats.org/drawingml/2006/main">
              <a:ext uri="{FF2B5EF4-FFF2-40B4-BE49-F238E27FC236}">
                <a16:creationId xmlns:a16="http://schemas.microsoft.com/office/drawing/2014/main" id="{E3DDC21C-99E2-4687-B9DD-F2A46F42E91B}"/>
              </a:ext>
            </a:extLst>
          </p:cNvPr>
          <p:cNvSpPr>
            <a:spLocks xmlns:a="http://schemas.openxmlformats.org/drawingml/2006/main" noGrp="1"/>
          </p:cNvSpPr>
          <p:nvPr/>
        </p:nvSpPr>
        <p:spPr>
          <a:xfrm xmlns:a="http://schemas.openxmlformats.org/drawingml/2006/main">
            <a:off x="666750" y="22669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536B7C"/>
                </a:solidFill>
                <a:latin typeface="Arial"/>
                <a:ea typeface="Arial"/>
                <a:cs typeface="Arial"/>
              </a:defRPr>
            </a:defPPr>
            <a:lvl1pPr algn="l">
              <a:buNone/>
              <a:defRPr sz="1725" b="1">
                <a:solidFill>
                  <a:srgbClr val="536B7C"/>
                </a:solidFill>
                <a:latin typeface="Arial"/>
                <a:ea typeface="Arial"/>
                <a:cs typeface="Arial"/>
              </a:defRPr>
            </a:lvl1pPr>
            <a:lvl2pPr algn="l">
              <a:buNone/>
              <a:defRPr sz="1725" b="1">
                <a:solidFill>
                  <a:srgbClr val="536B7C"/>
                </a:solidFill>
                <a:latin typeface="Arial"/>
                <a:ea typeface="Arial"/>
                <a:cs typeface="Arial"/>
              </a:defRPr>
            </a:lvl2pPr>
            <a:lvl3pPr algn="l">
              <a:buNone/>
              <a:defRPr sz="1725" b="1">
                <a:solidFill>
                  <a:srgbClr val="536B7C"/>
                </a:solidFill>
                <a:latin typeface="Arial"/>
                <a:ea typeface="Arial"/>
                <a:cs typeface="Arial"/>
              </a:defRPr>
            </a:lvl3pPr>
            <a:lvl4pPr algn="l">
              <a:buNone/>
              <a:defRPr sz="1725" b="1">
                <a:solidFill>
                  <a:srgbClr val="536B7C"/>
                </a:solidFill>
                <a:latin typeface="Arial"/>
                <a:ea typeface="Arial"/>
                <a:cs typeface="Arial"/>
              </a:defRPr>
            </a:lvl4pPr>
            <a:lvl5pPr algn="l">
              <a:buNone/>
              <a:defRPr sz="1725" b="1">
                <a:solidFill>
                  <a:srgbClr val="536B7C"/>
                </a:solidFill>
                <a:latin typeface="Arial"/>
                <a:ea typeface="Arial"/>
                <a:cs typeface="Arial"/>
              </a:defRPr>
            </a:lvl5pPr>
            <a:lvl6pPr algn="l">
              <a:buNone/>
              <a:defRPr sz="1725" b="1">
                <a:solidFill>
                  <a:srgbClr val="536B7C"/>
                </a:solidFill>
                <a:latin typeface="Arial"/>
                <a:ea typeface="Arial"/>
                <a:cs typeface="Arial"/>
              </a:defRPr>
            </a:lvl6pPr>
            <a:lvl7pPr algn="l">
              <a:buNone/>
              <a:defRPr sz="1725" b="1">
                <a:solidFill>
                  <a:srgbClr val="536B7C"/>
                </a:solidFill>
                <a:latin typeface="Arial"/>
                <a:ea typeface="Arial"/>
                <a:cs typeface="Arial"/>
              </a:defRPr>
            </a:lvl7pPr>
            <a:lvl8pPr algn="l">
              <a:buNone/>
              <a:defRPr sz="1725" b="1">
                <a:solidFill>
                  <a:srgbClr val="536B7C"/>
                </a:solidFill>
                <a:latin typeface="Arial"/>
                <a:ea typeface="Arial"/>
                <a:cs typeface="Arial"/>
              </a:defRPr>
            </a:lvl8pPr>
            <a:lvl9pPr algn="l">
              <a:buNone/>
              <a:defRPr sz="1725" b="1">
                <a:solidFill>
                  <a:srgbClr val="536B7C"/>
                </a:solidFill>
                <a:latin typeface="Arial"/>
                <a:ea typeface="Arial"/>
                <a:cs typeface="Arial"/>
              </a:defRPr>
            </a:lvl9pPr>
          </a:lstStyle>
          <a:p xmlns:a="http://schemas.openxmlformats.org/drawingml/2006/main">
            <a:pPr algn="l">
              <a:buNone/>
              <a:defRPr sz="1725" b="1">
                <a:solidFill>
                  <a:srgbClr val="536B7C"/>
                </a:solidFill>
                <a:latin typeface="Arial"/>
                <a:ea typeface="Arial"/>
                <a:cs typeface="Arial"/>
              </a:defRPr>
            </a:pPr>
            <a:r>
              <a:rPr sz="1725" b="1">
                <a:solidFill>
                  <a:srgbClr val="536B7C"/>
                </a:solidFill>
                <a:latin typeface="Arial"/>
                <a:ea typeface="Arial"/>
                <a:cs typeface="Arial"/>
              </a:rPr>
              <a:t>Direction agreed</a:t>
            </a:r>
          </a:p>
        </p:txBody>
      </p:sp>
      <p:sp>
        <p:nvSpPr>
          <p:cNvPr id="6" name="">
            <a:extLst xmlns:a="http://schemas.openxmlformats.org/drawingml/2006/main">
              <a:ext uri="{FF2B5EF4-FFF2-40B4-BE49-F238E27FC236}">
                <a16:creationId xmlns:a16="http://schemas.microsoft.com/office/drawing/2014/main" id="{54479A2F-7D7F-400F-AD81-053921D1749E}"/>
              </a:ext>
            </a:extLst>
          </p:cNvPr>
          <p:cNvSpPr>
            <a:spLocks xmlns:a="http://schemas.openxmlformats.org/drawingml/2006/main" noGrp="1"/>
          </p:cNvSpPr>
          <p:nvPr/>
        </p:nvSpPr>
        <p:spPr>
          <a:xfrm xmlns:a="http://schemas.openxmlformats.org/drawingml/2006/main">
            <a:off x="666750" y="2838450"/>
            <a:ext cx="495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4050" b="1">
                <a:solidFill>
                  <a:srgbClr val="087F8C"/>
                </a:solidFill>
                <a:latin typeface="Arial"/>
                <a:ea typeface="Arial"/>
                <a:cs typeface="Arial"/>
              </a:defRPr>
            </a:defPPr>
            <a:lvl1pPr algn="l">
              <a:buNone/>
              <a:defRPr sz="4050" b="1">
                <a:solidFill>
                  <a:srgbClr val="087F8C"/>
                </a:solidFill>
                <a:latin typeface="Arial"/>
                <a:ea typeface="Arial"/>
                <a:cs typeface="Arial"/>
              </a:defRPr>
            </a:lvl1pPr>
            <a:lvl2pPr algn="l">
              <a:buNone/>
              <a:defRPr sz="4050" b="1">
                <a:solidFill>
                  <a:srgbClr val="087F8C"/>
                </a:solidFill>
                <a:latin typeface="Arial"/>
                <a:ea typeface="Arial"/>
                <a:cs typeface="Arial"/>
              </a:defRPr>
            </a:lvl2pPr>
            <a:lvl3pPr algn="l">
              <a:buNone/>
              <a:defRPr sz="4050" b="1">
                <a:solidFill>
                  <a:srgbClr val="087F8C"/>
                </a:solidFill>
                <a:latin typeface="Arial"/>
                <a:ea typeface="Arial"/>
                <a:cs typeface="Arial"/>
              </a:defRPr>
            </a:lvl3pPr>
            <a:lvl4pPr algn="l">
              <a:buNone/>
              <a:defRPr sz="4050" b="1">
                <a:solidFill>
                  <a:srgbClr val="087F8C"/>
                </a:solidFill>
                <a:latin typeface="Arial"/>
                <a:ea typeface="Arial"/>
                <a:cs typeface="Arial"/>
              </a:defRPr>
            </a:lvl4pPr>
            <a:lvl5pPr algn="l">
              <a:buNone/>
              <a:defRPr sz="4050" b="1">
                <a:solidFill>
                  <a:srgbClr val="087F8C"/>
                </a:solidFill>
                <a:latin typeface="Arial"/>
                <a:ea typeface="Arial"/>
                <a:cs typeface="Arial"/>
              </a:defRPr>
            </a:lvl5pPr>
            <a:lvl6pPr algn="l">
              <a:buNone/>
              <a:defRPr sz="4050" b="1">
                <a:solidFill>
                  <a:srgbClr val="087F8C"/>
                </a:solidFill>
                <a:latin typeface="Arial"/>
                <a:ea typeface="Arial"/>
                <a:cs typeface="Arial"/>
              </a:defRPr>
            </a:lvl6pPr>
            <a:lvl7pPr algn="l">
              <a:buNone/>
              <a:defRPr sz="4050" b="1">
                <a:solidFill>
                  <a:srgbClr val="087F8C"/>
                </a:solidFill>
                <a:latin typeface="Arial"/>
                <a:ea typeface="Arial"/>
                <a:cs typeface="Arial"/>
              </a:defRPr>
            </a:lvl7pPr>
            <a:lvl8pPr algn="l">
              <a:buNone/>
              <a:defRPr sz="4050" b="1">
                <a:solidFill>
                  <a:srgbClr val="087F8C"/>
                </a:solidFill>
                <a:latin typeface="Arial"/>
                <a:ea typeface="Arial"/>
                <a:cs typeface="Arial"/>
              </a:defRPr>
            </a:lvl8pPr>
            <a:lvl9pPr algn="l">
              <a:buNone/>
              <a:defRPr sz="4050" b="1">
                <a:solidFill>
                  <a:srgbClr val="087F8C"/>
                </a:solidFill>
                <a:latin typeface="Arial"/>
                <a:ea typeface="Arial"/>
                <a:cs typeface="Arial"/>
              </a:defRPr>
            </a:lvl9pPr>
          </a:lstStyle>
          <a:p xmlns:a="http://schemas.openxmlformats.org/drawingml/2006/main">
            <a:pPr algn="l">
              <a:buNone/>
              <a:defRPr sz="4050" b="1">
                <a:solidFill>
                  <a:srgbClr val="087F8C"/>
                </a:solidFill>
                <a:latin typeface="Arial"/>
                <a:ea typeface="Arial"/>
                <a:cs typeface="Arial"/>
              </a:defRPr>
            </a:pPr>
            <a:r>
              <a:rPr sz="4050" b="1">
                <a:solidFill>
                  <a:srgbClr val="087F8C"/>
                </a:solidFill>
                <a:latin typeface="Arial"/>
                <a:ea typeface="Arial"/>
                <a:cs typeface="Arial"/>
              </a:rPr>
              <a:t>3 / 3 repeats</a:t>
            </a:r>
          </a:p>
        </p:txBody>
      </p:sp>
      <p:sp>
        <p:nvSpPr>
          <p:cNvPr id="7" name="">
            <a:extLst xmlns:a="http://schemas.openxmlformats.org/drawingml/2006/main">
              <a:ext uri="{FF2B5EF4-FFF2-40B4-BE49-F238E27FC236}">
                <a16:creationId xmlns:a16="http://schemas.microsoft.com/office/drawing/2014/main" id="{9BC37515-7F16-468C-93F0-FC36F42630A3}"/>
              </a:ext>
            </a:extLst>
          </p:cNvPr>
          <p:cNvSpPr>
            <a:spLocks xmlns:a="http://schemas.openxmlformats.org/drawingml/2006/main" noGrp="1"/>
          </p:cNvSpPr>
          <p:nvPr/>
        </p:nvSpPr>
        <p:spPr>
          <a:xfrm xmlns:a="http://schemas.openxmlformats.org/drawingml/2006/main">
            <a:off x="666750" y="3981450"/>
            <a:ext cx="5048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75" b="0">
                <a:solidFill>
                  <a:srgbClr val="152B3C"/>
                </a:solidFill>
                <a:latin typeface="Arial"/>
                <a:ea typeface="Arial"/>
                <a:cs typeface="Arial"/>
              </a:defRPr>
            </a:defPPr>
            <a:lvl1pPr algn="l">
              <a:buNone/>
              <a:defRPr sz="1575" b="0">
                <a:solidFill>
                  <a:srgbClr val="152B3C"/>
                </a:solidFill>
                <a:latin typeface="Arial"/>
                <a:ea typeface="Arial"/>
                <a:cs typeface="Arial"/>
              </a:defRPr>
            </a:lvl1pPr>
            <a:lvl2pPr algn="l">
              <a:buNone/>
              <a:defRPr sz="1575" b="0">
                <a:solidFill>
                  <a:srgbClr val="152B3C"/>
                </a:solidFill>
                <a:latin typeface="Arial"/>
                <a:ea typeface="Arial"/>
                <a:cs typeface="Arial"/>
              </a:defRPr>
            </a:lvl2pPr>
            <a:lvl3pPr algn="l">
              <a:buNone/>
              <a:defRPr sz="1575" b="0">
                <a:solidFill>
                  <a:srgbClr val="152B3C"/>
                </a:solidFill>
                <a:latin typeface="Arial"/>
                <a:ea typeface="Arial"/>
                <a:cs typeface="Arial"/>
              </a:defRPr>
            </a:lvl3pPr>
            <a:lvl4pPr algn="l">
              <a:buNone/>
              <a:defRPr sz="1575" b="0">
                <a:solidFill>
                  <a:srgbClr val="152B3C"/>
                </a:solidFill>
                <a:latin typeface="Arial"/>
                <a:ea typeface="Arial"/>
                <a:cs typeface="Arial"/>
              </a:defRPr>
            </a:lvl4pPr>
            <a:lvl5pPr algn="l">
              <a:buNone/>
              <a:defRPr sz="1575" b="0">
                <a:solidFill>
                  <a:srgbClr val="152B3C"/>
                </a:solidFill>
                <a:latin typeface="Arial"/>
                <a:ea typeface="Arial"/>
                <a:cs typeface="Arial"/>
              </a:defRPr>
            </a:lvl5pPr>
            <a:lvl6pPr algn="l">
              <a:buNone/>
              <a:defRPr sz="1575" b="0">
                <a:solidFill>
                  <a:srgbClr val="152B3C"/>
                </a:solidFill>
                <a:latin typeface="Arial"/>
                <a:ea typeface="Arial"/>
                <a:cs typeface="Arial"/>
              </a:defRPr>
            </a:lvl6pPr>
            <a:lvl7pPr algn="l">
              <a:buNone/>
              <a:defRPr sz="1575" b="0">
                <a:solidFill>
                  <a:srgbClr val="152B3C"/>
                </a:solidFill>
                <a:latin typeface="Arial"/>
                <a:ea typeface="Arial"/>
                <a:cs typeface="Arial"/>
              </a:defRPr>
            </a:lvl7pPr>
            <a:lvl8pPr algn="l">
              <a:buNone/>
              <a:defRPr sz="1575" b="0">
                <a:solidFill>
                  <a:srgbClr val="152B3C"/>
                </a:solidFill>
                <a:latin typeface="Arial"/>
                <a:ea typeface="Arial"/>
                <a:cs typeface="Arial"/>
              </a:defRPr>
            </a:lvl8pPr>
            <a:lvl9pPr algn="l">
              <a:buNone/>
              <a:defRPr sz="1575" b="0">
                <a:solidFill>
                  <a:srgbClr val="152B3C"/>
                </a:solidFill>
                <a:latin typeface="Arial"/>
                <a:ea typeface="Arial"/>
                <a:cs typeface="Arial"/>
              </a:defRPr>
            </a:lvl9pPr>
          </a:lstStyle>
          <a:p xmlns:a="http://schemas.openxmlformats.org/drawingml/2006/main">
            <a:pPr algn="l">
              <a:buNone/>
              <a:defRPr sz="1575" b="0">
                <a:solidFill>
                  <a:srgbClr val="152B3C"/>
                </a:solidFill>
                <a:latin typeface="Arial"/>
                <a:ea typeface="Arial"/>
                <a:cs typeface="Arial"/>
              </a:defRPr>
            </a:pPr>
            <a:r>
              <a:rPr sz="1575" b="0">
                <a:solidFill>
                  <a:srgbClr val="152B3C"/>
                </a:solidFill>
                <a:latin typeface="Arial"/>
                <a:ea typeface="Arial"/>
                <a:cs typeface="Arial"/>
              </a:rPr>
              <a:t>Relationship-priority ranked above first-match in the saved B and C comparisons.</a:t>
            </a:r>
          </a:p>
        </p:txBody>
      </p:sp>
      <p:sp>
        <p:nvSpPr>
          <p:cNvPr id="8" name="">
            <a:extLst xmlns:a="http://schemas.openxmlformats.org/drawingml/2006/main">
              <a:ext uri="{FF2B5EF4-FFF2-40B4-BE49-F238E27FC236}">
                <a16:creationId xmlns:a16="http://schemas.microsoft.com/office/drawing/2014/main" id="{A6B8BD4C-DD46-4A87-BB23-32A6799FF9B3}"/>
              </a:ext>
            </a:extLst>
          </p:cNvPr>
          <p:cNvSpPr>
            <a:spLocks xmlns:a="http://schemas.openxmlformats.org/drawingml/2006/main" noGrp="1"/>
          </p:cNvSpPr>
          <p:nvPr/>
        </p:nvSpPr>
        <p:spPr>
          <a:xfrm xmlns:a="http://schemas.openxmlformats.org/drawingml/2006/main">
            <a:off x="6381750" y="2266950"/>
            <a:ext cx="4953000" cy="22383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99127B5-C5CD-4290-9AC1-05ACD108B735}"/>
              </a:ext>
            </a:extLst>
          </p:cNvPr>
          <p:cNvSpPr>
            <a:spLocks xmlns:a="http://schemas.openxmlformats.org/drawingml/2006/main" noGrp="1"/>
          </p:cNvSpPr>
          <p:nvPr/>
        </p:nvSpPr>
        <p:spPr>
          <a:xfrm xmlns:a="http://schemas.openxmlformats.org/drawingml/2006/main">
            <a:off x="6667500" y="257175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1">
                <a:solidFill>
                  <a:srgbClr val="536B7C"/>
                </a:solidFill>
                <a:latin typeface="Arial"/>
                <a:ea typeface="Arial"/>
                <a:cs typeface="Arial"/>
              </a:defRPr>
            </a:defPPr>
            <a:lvl1pPr algn="l">
              <a:buNone/>
              <a:defRPr sz="1500" b="1">
                <a:solidFill>
                  <a:srgbClr val="536B7C"/>
                </a:solidFill>
                <a:latin typeface="Arial"/>
                <a:ea typeface="Arial"/>
                <a:cs typeface="Arial"/>
              </a:defRPr>
            </a:lvl1pPr>
            <a:lvl2pPr algn="l">
              <a:buNone/>
              <a:defRPr sz="1500" b="1">
                <a:solidFill>
                  <a:srgbClr val="536B7C"/>
                </a:solidFill>
                <a:latin typeface="Arial"/>
                <a:ea typeface="Arial"/>
                <a:cs typeface="Arial"/>
              </a:defRPr>
            </a:lvl2pPr>
            <a:lvl3pPr algn="l">
              <a:buNone/>
              <a:defRPr sz="1500" b="1">
                <a:solidFill>
                  <a:srgbClr val="536B7C"/>
                </a:solidFill>
                <a:latin typeface="Arial"/>
                <a:ea typeface="Arial"/>
                <a:cs typeface="Arial"/>
              </a:defRPr>
            </a:lvl3pPr>
            <a:lvl4pPr algn="l">
              <a:buNone/>
              <a:defRPr sz="1500" b="1">
                <a:solidFill>
                  <a:srgbClr val="536B7C"/>
                </a:solidFill>
                <a:latin typeface="Arial"/>
                <a:ea typeface="Arial"/>
                <a:cs typeface="Arial"/>
              </a:defRPr>
            </a:lvl4pPr>
            <a:lvl5pPr algn="l">
              <a:buNone/>
              <a:defRPr sz="1500" b="1">
                <a:solidFill>
                  <a:srgbClr val="536B7C"/>
                </a:solidFill>
                <a:latin typeface="Arial"/>
                <a:ea typeface="Arial"/>
                <a:cs typeface="Arial"/>
              </a:defRPr>
            </a:lvl5pPr>
            <a:lvl6pPr algn="l">
              <a:buNone/>
              <a:defRPr sz="1500" b="1">
                <a:solidFill>
                  <a:srgbClr val="536B7C"/>
                </a:solidFill>
                <a:latin typeface="Arial"/>
                <a:ea typeface="Arial"/>
                <a:cs typeface="Arial"/>
              </a:defRPr>
            </a:lvl6pPr>
            <a:lvl7pPr algn="l">
              <a:buNone/>
              <a:defRPr sz="1500" b="1">
                <a:solidFill>
                  <a:srgbClr val="536B7C"/>
                </a:solidFill>
                <a:latin typeface="Arial"/>
                <a:ea typeface="Arial"/>
                <a:cs typeface="Arial"/>
              </a:defRPr>
            </a:lvl7pPr>
            <a:lvl8pPr algn="l">
              <a:buNone/>
              <a:defRPr sz="1500" b="1">
                <a:solidFill>
                  <a:srgbClr val="536B7C"/>
                </a:solidFill>
                <a:latin typeface="Arial"/>
                <a:ea typeface="Arial"/>
                <a:cs typeface="Arial"/>
              </a:defRPr>
            </a:lvl8pPr>
            <a:lvl9pPr algn="l">
              <a:buNone/>
              <a:defRPr sz="1500" b="1">
                <a:solidFill>
                  <a:srgbClr val="536B7C"/>
                </a:solidFill>
                <a:latin typeface="Arial"/>
                <a:ea typeface="Arial"/>
                <a:cs typeface="Arial"/>
              </a:defRPr>
            </a:lvl9pPr>
          </a:lstStyle>
          <a:p xmlns:a="http://schemas.openxmlformats.org/drawingml/2006/main">
            <a:pPr algn="l">
              <a:buNone/>
              <a:defRPr sz="1500" b="1">
                <a:solidFill>
                  <a:srgbClr val="536B7C"/>
                </a:solidFill>
                <a:latin typeface="Arial"/>
                <a:ea typeface="Arial"/>
                <a:cs typeface="Arial"/>
              </a:defRPr>
            </a:pPr>
            <a:r>
              <a:rPr sz="1500" b="1">
                <a:solidFill>
                  <a:srgbClr val="536B7C"/>
                </a:solidFill>
                <a:latin typeface="Arial"/>
                <a:ea typeface="Arial"/>
                <a:cs typeface="Arial"/>
              </a:rPr>
              <a:t>LongMemEval subset</a:t>
            </a:r>
          </a:p>
        </p:txBody>
      </p:sp>
      <p:sp>
        <p:nvSpPr>
          <p:cNvPr id="10" name="">
            <a:extLst xmlns:a="http://schemas.openxmlformats.org/drawingml/2006/main">
              <a:ext uri="{FF2B5EF4-FFF2-40B4-BE49-F238E27FC236}">
                <a16:creationId xmlns:a16="http://schemas.microsoft.com/office/drawing/2014/main" id="{6EBBA607-D082-4948-AC5A-C4D93E4CDE45}"/>
              </a:ext>
            </a:extLst>
          </p:cNvPr>
          <p:cNvSpPr>
            <a:spLocks xmlns:a="http://schemas.openxmlformats.org/drawingml/2006/main" noGrp="1"/>
          </p:cNvSpPr>
          <p:nvPr/>
        </p:nvSpPr>
        <p:spPr>
          <a:xfrm xmlns:a="http://schemas.openxmlformats.org/drawingml/2006/main">
            <a:off x="6667500" y="3067050"/>
            <a:ext cx="438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3150" b="1">
                <a:solidFill>
                  <a:srgbClr val="152B3C"/>
                </a:solidFill>
                <a:latin typeface="Arial"/>
                <a:ea typeface="Arial"/>
                <a:cs typeface="Arial"/>
              </a:defRPr>
            </a:defPPr>
            <a:lvl1pPr algn="l">
              <a:buNone/>
              <a:defRPr sz="3150" b="1">
                <a:solidFill>
                  <a:srgbClr val="152B3C"/>
                </a:solidFill>
                <a:latin typeface="Arial"/>
                <a:ea typeface="Arial"/>
                <a:cs typeface="Arial"/>
              </a:defRPr>
            </a:lvl1pPr>
            <a:lvl2pPr algn="l">
              <a:buNone/>
              <a:defRPr sz="3150" b="1">
                <a:solidFill>
                  <a:srgbClr val="152B3C"/>
                </a:solidFill>
                <a:latin typeface="Arial"/>
                <a:ea typeface="Arial"/>
                <a:cs typeface="Arial"/>
              </a:defRPr>
            </a:lvl2pPr>
            <a:lvl3pPr algn="l">
              <a:buNone/>
              <a:defRPr sz="3150" b="1">
                <a:solidFill>
                  <a:srgbClr val="152B3C"/>
                </a:solidFill>
                <a:latin typeface="Arial"/>
                <a:ea typeface="Arial"/>
                <a:cs typeface="Arial"/>
              </a:defRPr>
            </a:lvl3pPr>
            <a:lvl4pPr algn="l">
              <a:buNone/>
              <a:defRPr sz="3150" b="1">
                <a:solidFill>
                  <a:srgbClr val="152B3C"/>
                </a:solidFill>
                <a:latin typeface="Arial"/>
                <a:ea typeface="Arial"/>
                <a:cs typeface="Arial"/>
              </a:defRPr>
            </a:lvl4pPr>
            <a:lvl5pPr algn="l">
              <a:buNone/>
              <a:defRPr sz="3150" b="1">
                <a:solidFill>
                  <a:srgbClr val="152B3C"/>
                </a:solidFill>
                <a:latin typeface="Arial"/>
                <a:ea typeface="Arial"/>
                <a:cs typeface="Arial"/>
              </a:defRPr>
            </a:lvl5pPr>
            <a:lvl6pPr algn="l">
              <a:buNone/>
              <a:defRPr sz="3150" b="1">
                <a:solidFill>
                  <a:srgbClr val="152B3C"/>
                </a:solidFill>
                <a:latin typeface="Arial"/>
                <a:ea typeface="Arial"/>
                <a:cs typeface="Arial"/>
              </a:defRPr>
            </a:lvl6pPr>
            <a:lvl7pPr algn="l">
              <a:buNone/>
              <a:defRPr sz="3150" b="1">
                <a:solidFill>
                  <a:srgbClr val="152B3C"/>
                </a:solidFill>
                <a:latin typeface="Arial"/>
                <a:ea typeface="Arial"/>
                <a:cs typeface="Arial"/>
              </a:defRPr>
            </a:lvl7pPr>
            <a:lvl8pPr algn="l">
              <a:buNone/>
              <a:defRPr sz="3150" b="1">
                <a:solidFill>
                  <a:srgbClr val="152B3C"/>
                </a:solidFill>
                <a:latin typeface="Arial"/>
                <a:ea typeface="Arial"/>
                <a:cs typeface="Arial"/>
              </a:defRPr>
            </a:lvl8pPr>
            <a:lvl9pPr algn="l">
              <a:buNone/>
              <a:defRPr sz="3150" b="1">
                <a:solidFill>
                  <a:srgbClr val="152B3C"/>
                </a:solidFill>
                <a:latin typeface="Arial"/>
                <a:ea typeface="Arial"/>
                <a:cs typeface="Arial"/>
              </a:defRPr>
            </a:lvl9pPr>
          </a:lstStyle>
          <a:p xmlns:a="http://schemas.openxmlformats.org/drawingml/2006/main">
            <a:pPr algn="l">
              <a:buNone/>
              <a:defRPr sz="3150" b="1">
                <a:solidFill>
                  <a:srgbClr val="152B3C"/>
                </a:solidFill>
                <a:latin typeface="Arial"/>
                <a:ea typeface="Arial"/>
                <a:cs typeface="Arial"/>
              </a:defRPr>
            </a:pPr>
            <a:r>
              <a:rPr sz="3150" b="1">
                <a:solidFill>
                  <a:srgbClr val="152B3C"/>
                </a:solidFill>
                <a:latin typeface="Arial"/>
                <a:ea typeface="Arial"/>
                <a:cs typeface="Arial"/>
              </a:rPr>
              <a:t>14 / 500 cases</a:t>
            </a:r>
          </a:p>
        </p:txBody>
      </p:sp>
      <p:sp>
        <p:nvSpPr>
          <p:cNvPr id="11" name="">
            <a:extLst xmlns:a="http://schemas.openxmlformats.org/drawingml/2006/main">
              <a:ext uri="{FF2B5EF4-FFF2-40B4-BE49-F238E27FC236}">
                <a16:creationId xmlns:a16="http://schemas.microsoft.com/office/drawing/2014/main" id="{B9C2F7F3-0D68-478F-BFD3-07E1A4D716A2}"/>
              </a:ext>
            </a:extLst>
          </p:cNvPr>
          <p:cNvSpPr>
            <a:spLocks xmlns:a="http://schemas.openxmlformats.org/drawingml/2006/main" noGrp="1"/>
          </p:cNvSpPr>
          <p:nvPr/>
        </p:nvSpPr>
        <p:spPr>
          <a:xfrm xmlns:a="http://schemas.openxmlformats.org/drawingml/2006/main">
            <a:off x="6667500" y="3905250"/>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0">
                <a:solidFill>
                  <a:srgbClr val="536B7C"/>
                </a:solidFill>
                <a:latin typeface="Arial"/>
                <a:ea typeface="Arial"/>
                <a:cs typeface="Arial"/>
              </a:defRPr>
            </a:defPPr>
            <a:lvl1pPr algn="l">
              <a:buNone/>
              <a:defRPr sz="1275" b="0">
                <a:solidFill>
                  <a:srgbClr val="536B7C"/>
                </a:solidFill>
                <a:latin typeface="Arial"/>
                <a:ea typeface="Arial"/>
                <a:cs typeface="Arial"/>
              </a:defRPr>
            </a:lvl1pPr>
            <a:lvl2pPr algn="l">
              <a:buNone/>
              <a:defRPr sz="1275" b="0">
                <a:solidFill>
                  <a:srgbClr val="536B7C"/>
                </a:solidFill>
                <a:latin typeface="Arial"/>
                <a:ea typeface="Arial"/>
                <a:cs typeface="Arial"/>
              </a:defRPr>
            </a:lvl2pPr>
            <a:lvl3pPr algn="l">
              <a:buNone/>
              <a:defRPr sz="1275" b="0">
                <a:solidFill>
                  <a:srgbClr val="536B7C"/>
                </a:solidFill>
                <a:latin typeface="Arial"/>
                <a:ea typeface="Arial"/>
                <a:cs typeface="Arial"/>
              </a:defRPr>
            </a:lvl3pPr>
            <a:lvl4pPr algn="l">
              <a:buNone/>
              <a:defRPr sz="1275" b="0">
                <a:solidFill>
                  <a:srgbClr val="536B7C"/>
                </a:solidFill>
                <a:latin typeface="Arial"/>
                <a:ea typeface="Arial"/>
                <a:cs typeface="Arial"/>
              </a:defRPr>
            </a:lvl4pPr>
            <a:lvl5pPr algn="l">
              <a:buNone/>
              <a:defRPr sz="1275" b="0">
                <a:solidFill>
                  <a:srgbClr val="536B7C"/>
                </a:solidFill>
                <a:latin typeface="Arial"/>
                <a:ea typeface="Arial"/>
                <a:cs typeface="Arial"/>
              </a:defRPr>
            </a:lvl5pPr>
            <a:lvl6pPr algn="l">
              <a:buNone/>
              <a:defRPr sz="1275" b="0">
                <a:solidFill>
                  <a:srgbClr val="536B7C"/>
                </a:solidFill>
                <a:latin typeface="Arial"/>
                <a:ea typeface="Arial"/>
                <a:cs typeface="Arial"/>
              </a:defRPr>
            </a:lvl6pPr>
            <a:lvl7pPr algn="l">
              <a:buNone/>
              <a:defRPr sz="1275" b="0">
                <a:solidFill>
                  <a:srgbClr val="536B7C"/>
                </a:solidFill>
                <a:latin typeface="Arial"/>
                <a:ea typeface="Arial"/>
                <a:cs typeface="Arial"/>
              </a:defRPr>
            </a:lvl7pPr>
            <a:lvl8pPr algn="l">
              <a:buNone/>
              <a:defRPr sz="1275" b="0">
                <a:solidFill>
                  <a:srgbClr val="536B7C"/>
                </a:solidFill>
                <a:latin typeface="Arial"/>
                <a:ea typeface="Arial"/>
                <a:cs typeface="Arial"/>
              </a:defRPr>
            </a:lvl8pPr>
            <a:lvl9pPr algn="l">
              <a:buNone/>
              <a:defRPr sz="1275" b="0">
                <a:solidFill>
                  <a:srgbClr val="536B7C"/>
                </a:solidFill>
                <a:latin typeface="Arial"/>
                <a:ea typeface="Arial"/>
                <a:cs typeface="Arial"/>
              </a:defRPr>
            </a:lvl9pPr>
          </a:lstStyle>
          <a:p xmlns:a="http://schemas.openxmlformats.org/drawingml/2006/main">
            <a:pPr algn="l">
              <a:buNone/>
              <a:defRPr sz="1275" b="0">
                <a:solidFill>
                  <a:srgbClr val="536B7C"/>
                </a:solidFill>
                <a:latin typeface="Arial"/>
                <a:ea typeface="Arial"/>
                <a:cs typeface="Arial"/>
              </a:defRPr>
            </a:pPr>
            <a:r>
              <a:rPr sz="1275" b="0">
                <a:solidFill>
                  <a:srgbClr val="536B7C"/>
                </a:solidFill>
                <a:latin typeface="Arial"/>
                <a:ea typeface="Arial"/>
                <a:cs typeface="Arial"/>
              </a:rPr>
              <a:t>First-match 15/42 · Relationship-priority 30/42</a:t>
            </a:r>
          </a:p>
        </p:txBody>
      </p:sp>
      <p:sp>
        <p:nvSpPr>
          <p:cNvPr id="12" name="">
            <a:extLst xmlns:a="http://schemas.openxmlformats.org/drawingml/2006/main">
              <a:ext uri="{FF2B5EF4-FFF2-40B4-BE49-F238E27FC236}">
                <a16:creationId xmlns:a16="http://schemas.microsoft.com/office/drawing/2014/main" id="{9BFAF6B3-045D-4B27-9C71-8FE39100D909}"/>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082F494-1D8E-47A0-802D-045F30348B74}"/>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Automatic grades. This earlier two-strategy result is separate from the four-strategy extension.</a:t>
            </a:r>
          </a:p>
        </p:txBody>
      </p:sp>
    </p:spTree>
    <p:extLst>
      <p:ext uri="{BB962C8B-B14F-4D97-AF65-F5344CB8AC3E}">
        <p14:creationId xmlns:p14="http://schemas.microsoft.com/office/powerpoint/2010/main" val="550177001"/>
      </p:ext>
    </p:extLst>
  </p:cSld>
</p:sld>
</file>

<file path=ppt/slides/slide9.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CDBB81C-D377-4F49-A94A-6349222DD6B0}"/>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440300-8FCA-4F40-80C5-DCDCE9B66D4F}"/>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3     •     09</a:t>
            </a:r>
          </a:p>
        </p:txBody>
      </p:sp>
      <p:sp>
        <p:nvSpPr>
          <p:cNvPr id="3" name="">
            <a:extLst xmlns:a="http://schemas.openxmlformats.org/drawingml/2006/main">
              <a:ext uri="{FF2B5EF4-FFF2-40B4-BE49-F238E27FC236}">
                <a16:creationId xmlns:a16="http://schemas.microsoft.com/office/drawing/2014/main" id="{6EA44832-FC42-463F-A6E5-7C59051D92C9}"/>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Auditor scoring improved on the same answers</a:t>
            </a:r>
          </a:p>
        </p:txBody>
      </p:sp>
      <p:sp>
        <p:nvSpPr>
          <p:cNvPr id="4" name="">
            <a:extLst xmlns:a="http://schemas.openxmlformats.org/drawingml/2006/main">
              <a:ext uri="{FF2B5EF4-FFF2-40B4-BE49-F238E27FC236}">
                <a16:creationId xmlns:a16="http://schemas.microsoft.com/office/drawing/2014/main" id="{6B83E83C-7448-4E3E-8376-A7594AAFEF1C}"/>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Old and new scorers assessed the same 118 human-consensus answers.</a:t>
            </a:r>
          </a:p>
        </p:txBody>
      </p:sp>
      <p:sp>
        <p:nvSpPr>
          <p:cNvPr id="5" name="">
            <a:extLst xmlns:a="http://schemas.openxmlformats.org/drawingml/2006/main">
              <a:ext uri="{FF2B5EF4-FFF2-40B4-BE49-F238E27FC236}">
                <a16:creationId xmlns:a16="http://schemas.microsoft.com/office/drawing/2014/main" id="{5B70CB77-C280-48CF-BA86-84A01881FA9C}"/>
              </a:ext>
            </a:extLst>
          </p:cNvPr>
          <p:cNvSpPr>
            <a:spLocks xmlns:a="http://schemas.openxmlformats.org/drawingml/2006/main" noGrp="1"/>
          </p:cNvSpPr>
          <p:nvPr/>
        </p:nvSpPr>
        <p:spPr>
          <a:xfrm xmlns:a="http://schemas.openxmlformats.org/drawingml/2006/main">
            <a:off x="666750" y="2143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1">
                <a:solidFill>
                  <a:srgbClr val="536B7C"/>
                </a:solidFill>
                <a:latin typeface="Arial"/>
                <a:ea typeface="Arial"/>
                <a:cs typeface="Arial"/>
              </a:defRPr>
            </a:defPPr>
            <a:lvl1pPr algn="l">
              <a:buNone/>
              <a:defRPr sz="1500" b="1">
                <a:solidFill>
                  <a:srgbClr val="536B7C"/>
                </a:solidFill>
                <a:latin typeface="Arial"/>
                <a:ea typeface="Arial"/>
                <a:cs typeface="Arial"/>
              </a:defRPr>
            </a:lvl1pPr>
            <a:lvl2pPr algn="l">
              <a:buNone/>
              <a:defRPr sz="1500" b="1">
                <a:solidFill>
                  <a:srgbClr val="536B7C"/>
                </a:solidFill>
                <a:latin typeface="Arial"/>
                <a:ea typeface="Arial"/>
                <a:cs typeface="Arial"/>
              </a:defRPr>
            </a:lvl2pPr>
            <a:lvl3pPr algn="l">
              <a:buNone/>
              <a:defRPr sz="1500" b="1">
                <a:solidFill>
                  <a:srgbClr val="536B7C"/>
                </a:solidFill>
                <a:latin typeface="Arial"/>
                <a:ea typeface="Arial"/>
                <a:cs typeface="Arial"/>
              </a:defRPr>
            </a:lvl3pPr>
            <a:lvl4pPr algn="l">
              <a:buNone/>
              <a:defRPr sz="1500" b="1">
                <a:solidFill>
                  <a:srgbClr val="536B7C"/>
                </a:solidFill>
                <a:latin typeface="Arial"/>
                <a:ea typeface="Arial"/>
                <a:cs typeface="Arial"/>
              </a:defRPr>
            </a:lvl4pPr>
            <a:lvl5pPr algn="l">
              <a:buNone/>
              <a:defRPr sz="1500" b="1">
                <a:solidFill>
                  <a:srgbClr val="536B7C"/>
                </a:solidFill>
                <a:latin typeface="Arial"/>
                <a:ea typeface="Arial"/>
                <a:cs typeface="Arial"/>
              </a:defRPr>
            </a:lvl5pPr>
            <a:lvl6pPr algn="l">
              <a:buNone/>
              <a:defRPr sz="1500" b="1">
                <a:solidFill>
                  <a:srgbClr val="536B7C"/>
                </a:solidFill>
                <a:latin typeface="Arial"/>
                <a:ea typeface="Arial"/>
                <a:cs typeface="Arial"/>
              </a:defRPr>
            </a:lvl6pPr>
            <a:lvl7pPr algn="l">
              <a:buNone/>
              <a:defRPr sz="1500" b="1">
                <a:solidFill>
                  <a:srgbClr val="536B7C"/>
                </a:solidFill>
                <a:latin typeface="Arial"/>
                <a:ea typeface="Arial"/>
                <a:cs typeface="Arial"/>
              </a:defRPr>
            </a:lvl7pPr>
            <a:lvl8pPr algn="l">
              <a:buNone/>
              <a:defRPr sz="1500" b="1">
                <a:solidFill>
                  <a:srgbClr val="536B7C"/>
                </a:solidFill>
                <a:latin typeface="Arial"/>
                <a:ea typeface="Arial"/>
                <a:cs typeface="Arial"/>
              </a:defRPr>
            </a:lvl8pPr>
            <a:lvl9pPr algn="l">
              <a:buNone/>
              <a:defRPr sz="1500" b="1">
                <a:solidFill>
                  <a:srgbClr val="536B7C"/>
                </a:solidFill>
                <a:latin typeface="Arial"/>
                <a:ea typeface="Arial"/>
                <a:cs typeface="Arial"/>
              </a:defRPr>
            </a:lvl9pPr>
          </a:lstStyle>
          <a:p xmlns:a="http://schemas.openxmlformats.org/drawingml/2006/main">
            <a:pPr algn="l">
              <a:buNone/>
              <a:defRPr sz="1500" b="1">
                <a:solidFill>
                  <a:srgbClr val="536B7C"/>
                </a:solidFill>
                <a:latin typeface="Arial"/>
                <a:ea typeface="Arial"/>
                <a:cs typeface="Arial"/>
              </a:defRPr>
            </a:pPr>
            <a:r>
              <a:rPr sz="1500" b="1">
                <a:solidFill>
                  <a:srgbClr val="536B7C"/>
                </a:solidFill>
                <a:latin typeface="Arial"/>
                <a:ea typeface="Arial"/>
                <a:cs typeface="Arial"/>
              </a:rPr>
              <a:t>FAILURES DETECTED</a:t>
            </a:r>
          </a:p>
        </p:txBody>
      </p:sp>
      <p:sp>
        <p:nvSpPr>
          <p:cNvPr id="6" name="">
            <a:extLst xmlns:a="http://schemas.openxmlformats.org/drawingml/2006/main">
              <a:ext uri="{FF2B5EF4-FFF2-40B4-BE49-F238E27FC236}">
                <a16:creationId xmlns:a16="http://schemas.microsoft.com/office/drawing/2014/main" id="{620BE691-E0EE-42E7-A780-90EFD002C41C}"/>
              </a:ext>
            </a:extLst>
          </p:cNvPr>
          <p:cNvSpPr>
            <a:spLocks xmlns:a="http://schemas.openxmlformats.org/drawingml/2006/main" noGrp="1"/>
          </p:cNvSpPr>
          <p:nvPr/>
        </p:nvSpPr>
        <p:spPr>
          <a:xfrm xmlns:a="http://schemas.openxmlformats.org/drawingml/2006/main">
            <a:off x="666750" y="2676525"/>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400" b="1">
                <a:solidFill>
                  <a:srgbClr val="BC504C"/>
                </a:solidFill>
                <a:latin typeface="Arial"/>
                <a:ea typeface="Arial"/>
                <a:cs typeface="Arial"/>
              </a:defRPr>
            </a:defPPr>
            <a:lvl1pPr algn="l">
              <a:buNone/>
              <a:defRPr sz="2400" b="1">
                <a:solidFill>
                  <a:srgbClr val="BC504C"/>
                </a:solidFill>
                <a:latin typeface="Arial"/>
                <a:ea typeface="Arial"/>
                <a:cs typeface="Arial"/>
              </a:defRPr>
            </a:lvl1pPr>
            <a:lvl2pPr algn="l">
              <a:buNone/>
              <a:defRPr sz="2400" b="1">
                <a:solidFill>
                  <a:srgbClr val="BC504C"/>
                </a:solidFill>
                <a:latin typeface="Arial"/>
                <a:ea typeface="Arial"/>
                <a:cs typeface="Arial"/>
              </a:defRPr>
            </a:lvl2pPr>
            <a:lvl3pPr algn="l">
              <a:buNone/>
              <a:defRPr sz="2400" b="1">
                <a:solidFill>
                  <a:srgbClr val="BC504C"/>
                </a:solidFill>
                <a:latin typeface="Arial"/>
                <a:ea typeface="Arial"/>
                <a:cs typeface="Arial"/>
              </a:defRPr>
            </a:lvl3pPr>
            <a:lvl4pPr algn="l">
              <a:buNone/>
              <a:defRPr sz="2400" b="1">
                <a:solidFill>
                  <a:srgbClr val="BC504C"/>
                </a:solidFill>
                <a:latin typeface="Arial"/>
                <a:ea typeface="Arial"/>
                <a:cs typeface="Arial"/>
              </a:defRPr>
            </a:lvl4pPr>
            <a:lvl5pPr algn="l">
              <a:buNone/>
              <a:defRPr sz="2400" b="1">
                <a:solidFill>
                  <a:srgbClr val="BC504C"/>
                </a:solidFill>
                <a:latin typeface="Arial"/>
                <a:ea typeface="Arial"/>
                <a:cs typeface="Arial"/>
              </a:defRPr>
            </a:lvl5pPr>
            <a:lvl6pPr algn="l">
              <a:buNone/>
              <a:defRPr sz="2400" b="1">
                <a:solidFill>
                  <a:srgbClr val="BC504C"/>
                </a:solidFill>
                <a:latin typeface="Arial"/>
                <a:ea typeface="Arial"/>
                <a:cs typeface="Arial"/>
              </a:defRPr>
            </a:lvl6pPr>
            <a:lvl7pPr algn="l">
              <a:buNone/>
              <a:defRPr sz="2400" b="1">
                <a:solidFill>
                  <a:srgbClr val="BC504C"/>
                </a:solidFill>
                <a:latin typeface="Arial"/>
                <a:ea typeface="Arial"/>
                <a:cs typeface="Arial"/>
              </a:defRPr>
            </a:lvl7pPr>
            <a:lvl8pPr algn="l">
              <a:buNone/>
              <a:defRPr sz="2400" b="1">
                <a:solidFill>
                  <a:srgbClr val="BC504C"/>
                </a:solidFill>
                <a:latin typeface="Arial"/>
                <a:ea typeface="Arial"/>
                <a:cs typeface="Arial"/>
              </a:defRPr>
            </a:lvl8pPr>
            <a:lvl9pPr algn="l">
              <a:buNone/>
              <a:defRPr sz="2400" b="1">
                <a:solidFill>
                  <a:srgbClr val="BC504C"/>
                </a:solidFill>
                <a:latin typeface="Arial"/>
                <a:ea typeface="Arial"/>
                <a:cs typeface="Arial"/>
              </a:defRPr>
            </a:lvl9pPr>
          </a:lstStyle>
          <a:p xmlns:a="http://schemas.openxmlformats.org/drawingml/2006/main">
            <a:pPr algn="l">
              <a:buNone/>
              <a:defRPr sz="2400" b="1">
                <a:solidFill>
                  <a:srgbClr val="BC504C"/>
                </a:solidFill>
                <a:latin typeface="Arial"/>
                <a:ea typeface="Arial"/>
                <a:cs typeface="Arial"/>
              </a:defRPr>
            </a:pPr>
            <a:r>
              <a:rPr sz="2400" b="1">
                <a:solidFill>
                  <a:srgbClr val="BC504C"/>
                </a:solidFill>
                <a:latin typeface="Arial"/>
                <a:ea typeface="Arial"/>
                <a:cs typeface="Arial"/>
              </a:rPr>
              <a:t>55 / 68  ·  80.9%</a:t>
            </a:r>
          </a:p>
        </p:txBody>
      </p:sp>
      <p:sp>
        <p:nvSpPr>
          <p:cNvPr id="7" name="">
            <a:extLst xmlns:a="http://schemas.openxmlformats.org/drawingml/2006/main">
              <a:ext uri="{FF2B5EF4-FFF2-40B4-BE49-F238E27FC236}">
                <a16:creationId xmlns:a16="http://schemas.microsoft.com/office/drawing/2014/main" id="{8B4BFCA2-A4A0-4B51-B45B-A9581D9A162D}"/>
              </a:ext>
            </a:extLst>
          </p:cNvPr>
          <p:cNvSpPr>
            <a:spLocks xmlns:a="http://schemas.openxmlformats.org/drawingml/2006/main" noGrp="1"/>
          </p:cNvSpPr>
          <p:nvPr/>
        </p:nvSpPr>
        <p:spPr>
          <a:xfrm xmlns:a="http://schemas.openxmlformats.org/drawingml/2006/main">
            <a:off x="666750" y="3267075"/>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400" b="1">
                <a:solidFill>
                  <a:srgbClr val="087F8C"/>
                </a:solidFill>
                <a:latin typeface="Arial"/>
                <a:ea typeface="Arial"/>
                <a:cs typeface="Arial"/>
              </a:defRPr>
            </a:defPPr>
            <a:lvl1pPr algn="l">
              <a:buNone/>
              <a:defRPr sz="2400" b="1">
                <a:solidFill>
                  <a:srgbClr val="087F8C"/>
                </a:solidFill>
                <a:latin typeface="Arial"/>
                <a:ea typeface="Arial"/>
                <a:cs typeface="Arial"/>
              </a:defRPr>
            </a:lvl1pPr>
            <a:lvl2pPr algn="l">
              <a:buNone/>
              <a:defRPr sz="2400" b="1">
                <a:solidFill>
                  <a:srgbClr val="087F8C"/>
                </a:solidFill>
                <a:latin typeface="Arial"/>
                <a:ea typeface="Arial"/>
                <a:cs typeface="Arial"/>
              </a:defRPr>
            </a:lvl2pPr>
            <a:lvl3pPr algn="l">
              <a:buNone/>
              <a:defRPr sz="2400" b="1">
                <a:solidFill>
                  <a:srgbClr val="087F8C"/>
                </a:solidFill>
                <a:latin typeface="Arial"/>
                <a:ea typeface="Arial"/>
                <a:cs typeface="Arial"/>
              </a:defRPr>
            </a:lvl3pPr>
            <a:lvl4pPr algn="l">
              <a:buNone/>
              <a:defRPr sz="2400" b="1">
                <a:solidFill>
                  <a:srgbClr val="087F8C"/>
                </a:solidFill>
                <a:latin typeface="Arial"/>
                <a:ea typeface="Arial"/>
                <a:cs typeface="Arial"/>
              </a:defRPr>
            </a:lvl4pPr>
            <a:lvl5pPr algn="l">
              <a:buNone/>
              <a:defRPr sz="2400" b="1">
                <a:solidFill>
                  <a:srgbClr val="087F8C"/>
                </a:solidFill>
                <a:latin typeface="Arial"/>
                <a:ea typeface="Arial"/>
                <a:cs typeface="Arial"/>
              </a:defRPr>
            </a:lvl5pPr>
            <a:lvl6pPr algn="l">
              <a:buNone/>
              <a:defRPr sz="2400" b="1">
                <a:solidFill>
                  <a:srgbClr val="087F8C"/>
                </a:solidFill>
                <a:latin typeface="Arial"/>
                <a:ea typeface="Arial"/>
                <a:cs typeface="Arial"/>
              </a:defRPr>
            </a:lvl6pPr>
            <a:lvl7pPr algn="l">
              <a:buNone/>
              <a:defRPr sz="2400" b="1">
                <a:solidFill>
                  <a:srgbClr val="087F8C"/>
                </a:solidFill>
                <a:latin typeface="Arial"/>
                <a:ea typeface="Arial"/>
                <a:cs typeface="Arial"/>
              </a:defRPr>
            </a:lvl7pPr>
            <a:lvl8pPr algn="l">
              <a:buNone/>
              <a:defRPr sz="2400" b="1">
                <a:solidFill>
                  <a:srgbClr val="087F8C"/>
                </a:solidFill>
                <a:latin typeface="Arial"/>
                <a:ea typeface="Arial"/>
                <a:cs typeface="Arial"/>
              </a:defRPr>
            </a:lvl8pPr>
            <a:lvl9pPr algn="l">
              <a:buNone/>
              <a:defRPr sz="2400" b="1">
                <a:solidFill>
                  <a:srgbClr val="087F8C"/>
                </a:solidFill>
                <a:latin typeface="Arial"/>
                <a:ea typeface="Arial"/>
                <a:cs typeface="Arial"/>
              </a:defRPr>
            </a:lvl9pPr>
          </a:lstStyle>
          <a:p xmlns:a="http://schemas.openxmlformats.org/drawingml/2006/main">
            <a:pPr algn="l">
              <a:buNone/>
              <a:defRPr sz="2400" b="1">
                <a:solidFill>
                  <a:srgbClr val="087F8C"/>
                </a:solidFill>
                <a:latin typeface="Arial"/>
                <a:ea typeface="Arial"/>
                <a:cs typeface="Arial"/>
              </a:defRPr>
            </a:pPr>
            <a:r>
              <a:rPr sz="2400" b="1">
                <a:solidFill>
                  <a:srgbClr val="087F8C"/>
                </a:solidFill>
                <a:latin typeface="Arial"/>
                <a:ea typeface="Arial"/>
                <a:cs typeface="Arial"/>
              </a:rPr>
              <a:t>61 / 68  ·  89.7%</a:t>
            </a:r>
          </a:p>
        </p:txBody>
      </p:sp>
      <p:sp>
        <p:nvSpPr>
          <p:cNvPr id="8" name="">
            <a:extLst xmlns:a="http://schemas.openxmlformats.org/drawingml/2006/main">
              <a:ext uri="{FF2B5EF4-FFF2-40B4-BE49-F238E27FC236}">
                <a16:creationId xmlns:a16="http://schemas.microsoft.com/office/drawing/2014/main" id="{C0EDFCC6-490D-43A4-936D-51683EA20EC0}"/>
              </a:ext>
            </a:extLst>
          </p:cNvPr>
          <p:cNvSpPr>
            <a:spLocks xmlns:a="http://schemas.openxmlformats.org/drawingml/2006/main" noGrp="1"/>
          </p:cNvSpPr>
          <p:nvPr/>
        </p:nvSpPr>
        <p:spPr>
          <a:xfrm xmlns:a="http://schemas.openxmlformats.org/drawingml/2006/main">
            <a:off x="666750" y="3886200"/>
            <a:ext cx="333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0">
                <a:solidFill>
                  <a:srgbClr val="536B7C"/>
                </a:solidFill>
                <a:latin typeface="Arial"/>
                <a:ea typeface="Arial"/>
                <a:cs typeface="Arial"/>
              </a:defRPr>
            </a:defPPr>
            <a:lvl1pPr algn="l">
              <a:buNone/>
              <a:defRPr sz="1200" b="0">
                <a:solidFill>
                  <a:srgbClr val="536B7C"/>
                </a:solidFill>
                <a:latin typeface="Arial"/>
                <a:ea typeface="Arial"/>
                <a:cs typeface="Arial"/>
              </a:defRPr>
            </a:lvl1pPr>
            <a:lvl2pPr algn="l">
              <a:buNone/>
              <a:defRPr sz="1200" b="0">
                <a:solidFill>
                  <a:srgbClr val="536B7C"/>
                </a:solidFill>
                <a:latin typeface="Arial"/>
                <a:ea typeface="Arial"/>
                <a:cs typeface="Arial"/>
              </a:defRPr>
            </a:lvl2pPr>
            <a:lvl3pPr algn="l">
              <a:buNone/>
              <a:defRPr sz="1200" b="0">
                <a:solidFill>
                  <a:srgbClr val="536B7C"/>
                </a:solidFill>
                <a:latin typeface="Arial"/>
                <a:ea typeface="Arial"/>
                <a:cs typeface="Arial"/>
              </a:defRPr>
            </a:lvl3pPr>
            <a:lvl4pPr algn="l">
              <a:buNone/>
              <a:defRPr sz="1200" b="0">
                <a:solidFill>
                  <a:srgbClr val="536B7C"/>
                </a:solidFill>
                <a:latin typeface="Arial"/>
                <a:ea typeface="Arial"/>
                <a:cs typeface="Arial"/>
              </a:defRPr>
            </a:lvl4pPr>
            <a:lvl5pPr algn="l">
              <a:buNone/>
              <a:defRPr sz="1200" b="0">
                <a:solidFill>
                  <a:srgbClr val="536B7C"/>
                </a:solidFill>
                <a:latin typeface="Arial"/>
                <a:ea typeface="Arial"/>
                <a:cs typeface="Arial"/>
              </a:defRPr>
            </a:lvl5pPr>
            <a:lvl6pPr algn="l">
              <a:buNone/>
              <a:defRPr sz="1200" b="0">
                <a:solidFill>
                  <a:srgbClr val="536B7C"/>
                </a:solidFill>
                <a:latin typeface="Arial"/>
                <a:ea typeface="Arial"/>
                <a:cs typeface="Arial"/>
              </a:defRPr>
            </a:lvl6pPr>
            <a:lvl7pPr algn="l">
              <a:buNone/>
              <a:defRPr sz="1200" b="0">
                <a:solidFill>
                  <a:srgbClr val="536B7C"/>
                </a:solidFill>
                <a:latin typeface="Arial"/>
                <a:ea typeface="Arial"/>
                <a:cs typeface="Arial"/>
              </a:defRPr>
            </a:lvl7pPr>
            <a:lvl8pPr algn="l">
              <a:buNone/>
              <a:defRPr sz="1200" b="0">
                <a:solidFill>
                  <a:srgbClr val="536B7C"/>
                </a:solidFill>
                <a:latin typeface="Arial"/>
                <a:ea typeface="Arial"/>
                <a:cs typeface="Arial"/>
              </a:defRPr>
            </a:lvl8pPr>
            <a:lvl9pPr algn="l">
              <a:buNone/>
              <a:defRPr sz="1200" b="0">
                <a:solidFill>
                  <a:srgbClr val="536B7C"/>
                </a:solidFill>
                <a:latin typeface="Arial"/>
                <a:ea typeface="Arial"/>
                <a:cs typeface="Arial"/>
              </a:defRPr>
            </a:lvl9pPr>
          </a:lstStyle>
          <a:p xmlns:a="http://schemas.openxmlformats.org/drawingml/2006/main">
            <a:pPr algn="l">
              <a:buNone/>
              <a:defRPr sz="1200" b="0">
                <a:solidFill>
                  <a:srgbClr val="536B7C"/>
                </a:solidFill>
                <a:latin typeface="Arial"/>
                <a:ea typeface="Arial"/>
                <a:cs typeface="Arial"/>
              </a:defRPr>
            </a:pPr>
            <a:r>
              <a:rPr sz="1200" b="0">
                <a:solidFill>
                  <a:srgbClr val="536B7C"/>
                </a:solidFill>
                <a:latin typeface="Arial"/>
                <a:ea typeface="Arial"/>
                <a:cs typeface="Arial"/>
              </a:rPr>
              <a:t>Old scorer → new scorer</a:t>
            </a:r>
          </a:p>
        </p:txBody>
      </p:sp>
      <p:sp>
        <p:nvSpPr>
          <p:cNvPr id="9" name="">
            <a:extLst xmlns:a="http://schemas.openxmlformats.org/drawingml/2006/main">
              <a:ext uri="{FF2B5EF4-FFF2-40B4-BE49-F238E27FC236}">
                <a16:creationId xmlns:a16="http://schemas.microsoft.com/office/drawing/2014/main" id="{14213669-97C2-4BE6-BC03-2CE29DEAEF02}"/>
              </a:ext>
            </a:extLst>
          </p:cNvPr>
          <p:cNvSpPr>
            <a:spLocks xmlns:a="http://schemas.openxmlformats.org/drawingml/2006/main" noGrp="1"/>
          </p:cNvSpPr>
          <p:nvPr/>
        </p:nvSpPr>
        <p:spPr>
          <a:xfrm xmlns:a="http://schemas.openxmlformats.org/drawingml/2006/main">
            <a:off x="4429125" y="2143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1">
                <a:solidFill>
                  <a:srgbClr val="536B7C"/>
                </a:solidFill>
                <a:latin typeface="Arial"/>
                <a:ea typeface="Arial"/>
                <a:cs typeface="Arial"/>
              </a:defRPr>
            </a:defPPr>
            <a:lvl1pPr algn="l">
              <a:buNone/>
              <a:defRPr sz="1500" b="1">
                <a:solidFill>
                  <a:srgbClr val="536B7C"/>
                </a:solidFill>
                <a:latin typeface="Arial"/>
                <a:ea typeface="Arial"/>
                <a:cs typeface="Arial"/>
              </a:defRPr>
            </a:lvl1pPr>
            <a:lvl2pPr algn="l">
              <a:buNone/>
              <a:defRPr sz="1500" b="1">
                <a:solidFill>
                  <a:srgbClr val="536B7C"/>
                </a:solidFill>
                <a:latin typeface="Arial"/>
                <a:ea typeface="Arial"/>
                <a:cs typeface="Arial"/>
              </a:defRPr>
            </a:lvl2pPr>
            <a:lvl3pPr algn="l">
              <a:buNone/>
              <a:defRPr sz="1500" b="1">
                <a:solidFill>
                  <a:srgbClr val="536B7C"/>
                </a:solidFill>
                <a:latin typeface="Arial"/>
                <a:ea typeface="Arial"/>
                <a:cs typeface="Arial"/>
              </a:defRPr>
            </a:lvl3pPr>
            <a:lvl4pPr algn="l">
              <a:buNone/>
              <a:defRPr sz="1500" b="1">
                <a:solidFill>
                  <a:srgbClr val="536B7C"/>
                </a:solidFill>
                <a:latin typeface="Arial"/>
                <a:ea typeface="Arial"/>
                <a:cs typeface="Arial"/>
              </a:defRPr>
            </a:lvl4pPr>
            <a:lvl5pPr algn="l">
              <a:buNone/>
              <a:defRPr sz="1500" b="1">
                <a:solidFill>
                  <a:srgbClr val="536B7C"/>
                </a:solidFill>
                <a:latin typeface="Arial"/>
                <a:ea typeface="Arial"/>
                <a:cs typeface="Arial"/>
              </a:defRPr>
            </a:lvl5pPr>
            <a:lvl6pPr algn="l">
              <a:buNone/>
              <a:defRPr sz="1500" b="1">
                <a:solidFill>
                  <a:srgbClr val="536B7C"/>
                </a:solidFill>
                <a:latin typeface="Arial"/>
                <a:ea typeface="Arial"/>
                <a:cs typeface="Arial"/>
              </a:defRPr>
            </a:lvl6pPr>
            <a:lvl7pPr algn="l">
              <a:buNone/>
              <a:defRPr sz="1500" b="1">
                <a:solidFill>
                  <a:srgbClr val="536B7C"/>
                </a:solidFill>
                <a:latin typeface="Arial"/>
                <a:ea typeface="Arial"/>
                <a:cs typeface="Arial"/>
              </a:defRPr>
            </a:lvl7pPr>
            <a:lvl8pPr algn="l">
              <a:buNone/>
              <a:defRPr sz="1500" b="1">
                <a:solidFill>
                  <a:srgbClr val="536B7C"/>
                </a:solidFill>
                <a:latin typeface="Arial"/>
                <a:ea typeface="Arial"/>
                <a:cs typeface="Arial"/>
              </a:defRPr>
            </a:lvl8pPr>
            <a:lvl9pPr algn="l">
              <a:buNone/>
              <a:defRPr sz="1500" b="1">
                <a:solidFill>
                  <a:srgbClr val="536B7C"/>
                </a:solidFill>
                <a:latin typeface="Arial"/>
                <a:ea typeface="Arial"/>
                <a:cs typeface="Arial"/>
              </a:defRPr>
            </a:lvl9pPr>
          </a:lstStyle>
          <a:p xmlns:a="http://schemas.openxmlformats.org/drawingml/2006/main">
            <a:pPr algn="l">
              <a:buNone/>
              <a:defRPr sz="1500" b="1">
                <a:solidFill>
                  <a:srgbClr val="536B7C"/>
                </a:solidFill>
                <a:latin typeface="Arial"/>
                <a:ea typeface="Arial"/>
                <a:cs typeface="Arial"/>
              </a:defRPr>
            </a:pPr>
            <a:r>
              <a:rPr sz="1500" b="1">
                <a:solidFill>
                  <a:srgbClr val="536B7C"/>
                </a:solidFill>
                <a:latin typeface="Arial"/>
                <a:ea typeface="Arial"/>
                <a:cs typeface="Arial"/>
              </a:rPr>
              <a:t>CORRECT CLASSIFICATION</a:t>
            </a:r>
          </a:p>
        </p:txBody>
      </p:sp>
      <p:sp>
        <p:nvSpPr>
          <p:cNvPr id="10" name="">
            <a:extLst xmlns:a="http://schemas.openxmlformats.org/drawingml/2006/main">
              <a:ext uri="{FF2B5EF4-FFF2-40B4-BE49-F238E27FC236}">
                <a16:creationId xmlns:a16="http://schemas.microsoft.com/office/drawing/2014/main" id="{29AC3F37-1A57-44DF-9E84-A91582C10004}"/>
              </a:ext>
            </a:extLst>
          </p:cNvPr>
          <p:cNvSpPr>
            <a:spLocks xmlns:a="http://schemas.openxmlformats.org/drawingml/2006/main" noGrp="1"/>
          </p:cNvSpPr>
          <p:nvPr/>
        </p:nvSpPr>
        <p:spPr>
          <a:xfrm xmlns:a="http://schemas.openxmlformats.org/drawingml/2006/main">
            <a:off x="4429125" y="2676525"/>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400" b="1">
                <a:solidFill>
                  <a:srgbClr val="BC504C"/>
                </a:solidFill>
                <a:latin typeface="Arial"/>
                <a:ea typeface="Arial"/>
                <a:cs typeface="Arial"/>
              </a:defRPr>
            </a:defPPr>
            <a:lvl1pPr algn="l">
              <a:buNone/>
              <a:defRPr sz="2400" b="1">
                <a:solidFill>
                  <a:srgbClr val="BC504C"/>
                </a:solidFill>
                <a:latin typeface="Arial"/>
                <a:ea typeface="Arial"/>
                <a:cs typeface="Arial"/>
              </a:defRPr>
            </a:lvl1pPr>
            <a:lvl2pPr algn="l">
              <a:buNone/>
              <a:defRPr sz="2400" b="1">
                <a:solidFill>
                  <a:srgbClr val="BC504C"/>
                </a:solidFill>
                <a:latin typeface="Arial"/>
                <a:ea typeface="Arial"/>
                <a:cs typeface="Arial"/>
              </a:defRPr>
            </a:lvl2pPr>
            <a:lvl3pPr algn="l">
              <a:buNone/>
              <a:defRPr sz="2400" b="1">
                <a:solidFill>
                  <a:srgbClr val="BC504C"/>
                </a:solidFill>
                <a:latin typeface="Arial"/>
                <a:ea typeface="Arial"/>
                <a:cs typeface="Arial"/>
              </a:defRPr>
            </a:lvl3pPr>
            <a:lvl4pPr algn="l">
              <a:buNone/>
              <a:defRPr sz="2400" b="1">
                <a:solidFill>
                  <a:srgbClr val="BC504C"/>
                </a:solidFill>
                <a:latin typeface="Arial"/>
                <a:ea typeface="Arial"/>
                <a:cs typeface="Arial"/>
              </a:defRPr>
            </a:lvl4pPr>
            <a:lvl5pPr algn="l">
              <a:buNone/>
              <a:defRPr sz="2400" b="1">
                <a:solidFill>
                  <a:srgbClr val="BC504C"/>
                </a:solidFill>
                <a:latin typeface="Arial"/>
                <a:ea typeface="Arial"/>
                <a:cs typeface="Arial"/>
              </a:defRPr>
            </a:lvl5pPr>
            <a:lvl6pPr algn="l">
              <a:buNone/>
              <a:defRPr sz="2400" b="1">
                <a:solidFill>
                  <a:srgbClr val="BC504C"/>
                </a:solidFill>
                <a:latin typeface="Arial"/>
                <a:ea typeface="Arial"/>
                <a:cs typeface="Arial"/>
              </a:defRPr>
            </a:lvl6pPr>
            <a:lvl7pPr algn="l">
              <a:buNone/>
              <a:defRPr sz="2400" b="1">
                <a:solidFill>
                  <a:srgbClr val="BC504C"/>
                </a:solidFill>
                <a:latin typeface="Arial"/>
                <a:ea typeface="Arial"/>
                <a:cs typeface="Arial"/>
              </a:defRPr>
            </a:lvl7pPr>
            <a:lvl8pPr algn="l">
              <a:buNone/>
              <a:defRPr sz="2400" b="1">
                <a:solidFill>
                  <a:srgbClr val="BC504C"/>
                </a:solidFill>
                <a:latin typeface="Arial"/>
                <a:ea typeface="Arial"/>
                <a:cs typeface="Arial"/>
              </a:defRPr>
            </a:lvl8pPr>
            <a:lvl9pPr algn="l">
              <a:buNone/>
              <a:defRPr sz="2400" b="1">
                <a:solidFill>
                  <a:srgbClr val="BC504C"/>
                </a:solidFill>
                <a:latin typeface="Arial"/>
                <a:ea typeface="Arial"/>
                <a:cs typeface="Arial"/>
              </a:defRPr>
            </a:lvl9pPr>
          </a:lstStyle>
          <a:p xmlns:a="http://schemas.openxmlformats.org/drawingml/2006/main">
            <a:pPr algn="l">
              <a:buNone/>
              <a:defRPr sz="2400" b="1">
                <a:solidFill>
                  <a:srgbClr val="BC504C"/>
                </a:solidFill>
                <a:latin typeface="Arial"/>
                <a:ea typeface="Arial"/>
                <a:cs typeface="Arial"/>
              </a:defRPr>
            </a:pPr>
            <a:r>
              <a:rPr sz="2400" b="1">
                <a:solidFill>
                  <a:srgbClr val="BC504C"/>
                </a:solidFill>
                <a:latin typeface="Arial"/>
                <a:ea typeface="Arial"/>
                <a:cs typeface="Arial"/>
              </a:rPr>
              <a:t>0 / 55  ·  0%</a:t>
            </a:r>
          </a:p>
        </p:txBody>
      </p:sp>
      <p:sp>
        <p:nvSpPr>
          <p:cNvPr id="11" name="">
            <a:extLst xmlns:a="http://schemas.openxmlformats.org/drawingml/2006/main">
              <a:ext uri="{FF2B5EF4-FFF2-40B4-BE49-F238E27FC236}">
                <a16:creationId xmlns:a16="http://schemas.microsoft.com/office/drawing/2014/main" id="{32FD3A7F-881D-47F6-85B1-4F810BB0F27C}"/>
              </a:ext>
            </a:extLst>
          </p:cNvPr>
          <p:cNvSpPr>
            <a:spLocks xmlns:a="http://schemas.openxmlformats.org/drawingml/2006/main" noGrp="1"/>
          </p:cNvSpPr>
          <p:nvPr/>
        </p:nvSpPr>
        <p:spPr>
          <a:xfrm xmlns:a="http://schemas.openxmlformats.org/drawingml/2006/main">
            <a:off x="4429125" y="3267075"/>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400" b="1">
                <a:solidFill>
                  <a:srgbClr val="087F8C"/>
                </a:solidFill>
                <a:latin typeface="Arial"/>
                <a:ea typeface="Arial"/>
                <a:cs typeface="Arial"/>
              </a:defRPr>
            </a:defPPr>
            <a:lvl1pPr algn="l">
              <a:buNone/>
              <a:defRPr sz="2400" b="1">
                <a:solidFill>
                  <a:srgbClr val="087F8C"/>
                </a:solidFill>
                <a:latin typeface="Arial"/>
                <a:ea typeface="Arial"/>
                <a:cs typeface="Arial"/>
              </a:defRPr>
            </a:lvl1pPr>
            <a:lvl2pPr algn="l">
              <a:buNone/>
              <a:defRPr sz="2400" b="1">
                <a:solidFill>
                  <a:srgbClr val="087F8C"/>
                </a:solidFill>
                <a:latin typeface="Arial"/>
                <a:ea typeface="Arial"/>
                <a:cs typeface="Arial"/>
              </a:defRPr>
            </a:lvl2pPr>
            <a:lvl3pPr algn="l">
              <a:buNone/>
              <a:defRPr sz="2400" b="1">
                <a:solidFill>
                  <a:srgbClr val="087F8C"/>
                </a:solidFill>
                <a:latin typeface="Arial"/>
                <a:ea typeface="Arial"/>
                <a:cs typeface="Arial"/>
              </a:defRPr>
            </a:lvl3pPr>
            <a:lvl4pPr algn="l">
              <a:buNone/>
              <a:defRPr sz="2400" b="1">
                <a:solidFill>
                  <a:srgbClr val="087F8C"/>
                </a:solidFill>
                <a:latin typeface="Arial"/>
                <a:ea typeface="Arial"/>
                <a:cs typeface="Arial"/>
              </a:defRPr>
            </a:lvl4pPr>
            <a:lvl5pPr algn="l">
              <a:buNone/>
              <a:defRPr sz="2400" b="1">
                <a:solidFill>
                  <a:srgbClr val="087F8C"/>
                </a:solidFill>
                <a:latin typeface="Arial"/>
                <a:ea typeface="Arial"/>
                <a:cs typeface="Arial"/>
              </a:defRPr>
            </a:lvl5pPr>
            <a:lvl6pPr algn="l">
              <a:buNone/>
              <a:defRPr sz="2400" b="1">
                <a:solidFill>
                  <a:srgbClr val="087F8C"/>
                </a:solidFill>
                <a:latin typeface="Arial"/>
                <a:ea typeface="Arial"/>
                <a:cs typeface="Arial"/>
              </a:defRPr>
            </a:lvl6pPr>
            <a:lvl7pPr algn="l">
              <a:buNone/>
              <a:defRPr sz="2400" b="1">
                <a:solidFill>
                  <a:srgbClr val="087F8C"/>
                </a:solidFill>
                <a:latin typeface="Arial"/>
                <a:ea typeface="Arial"/>
                <a:cs typeface="Arial"/>
              </a:defRPr>
            </a:lvl7pPr>
            <a:lvl8pPr algn="l">
              <a:buNone/>
              <a:defRPr sz="2400" b="1">
                <a:solidFill>
                  <a:srgbClr val="087F8C"/>
                </a:solidFill>
                <a:latin typeface="Arial"/>
                <a:ea typeface="Arial"/>
                <a:cs typeface="Arial"/>
              </a:defRPr>
            </a:lvl8pPr>
            <a:lvl9pPr algn="l">
              <a:buNone/>
              <a:defRPr sz="2400" b="1">
                <a:solidFill>
                  <a:srgbClr val="087F8C"/>
                </a:solidFill>
                <a:latin typeface="Arial"/>
                <a:ea typeface="Arial"/>
                <a:cs typeface="Arial"/>
              </a:defRPr>
            </a:lvl9pPr>
          </a:lstStyle>
          <a:p xmlns:a="http://schemas.openxmlformats.org/drawingml/2006/main">
            <a:pPr algn="l">
              <a:buNone/>
              <a:defRPr sz="2400" b="1">
                <a:solidFill>
                  <a:srgbClr val="087F8C"/>
                </a:solidFill>
                <a:latin typeface="Arial"/>
                <a:ea typeface="Arial"/>
                <a:cs typeface="Arial"/>
              </a:defRPr>
            </a:pPr>
            <a:r>
              <a:rPr sz="2400" b="1">
                <a:solidFill>
                  <a:srgbClr val="087F8C"/>
                </a:solidFill>
                <a:latin typeface="Arial"/>
                <a:ea typeface="Arial"/>
                <a:cs typeface="Arial"/>
              </a:rPr>
              <a:t>54 / 61  ·  88.5%</a:t>
            </a:r>
          </a:p>
        </p:txBody>
      </p:sp>
      <p:sp>
        <p:nvSpPr>
          <p:cNvPr id="12" name="">
            <a:extLst xmlns:a="http://schemas.openxmlformats.org/drawingml/2006/main">
              <a:ext uri="{FF2B5EF4-FFF2-40B4-BE49-F238E27FC236}">
                <a16:creationId xmlns:a16="http://schemas.microsoft.com/office/drawing/2014/main" id="{4EC410BA-6FEA-4166-8D49-CCBD36E36704}"/>
              </a:ext>
            </a:extLst>
          </p:cNvPr>
          <p:cNvSpPr>
            <a:spLocks xmlns:a="http://schemas.openxmlformats.org/drawingml/2006/main" noGrp="1"/>
          </p:cNvSpPr>
          <p:nvPr/>
        </p:nvSpPr>
        <p:spPr>
          <a:xfrm xmlns:a="http://schemas.openxmlformats.org/drawingml/2006/main">
            <a:off x="4429125" y="3886200"/>
            <a:ext cx="333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0">
                <a:solidFill>
                  <a:srgbClr val="536B7C"/>
                </a:solidFill>
                <a:latin typeface="Arial"/>
                <a:ea typeface="Arial"/>
                <a:cs typeface="Arial"/>
              </a:defRPr>
            </a:defPPr>
            <a:lvl1pPr algn="l">
              <a:buNone/>
              <a:defRPr sz="1200" b="0">
                <a:solidFill>
                  <a:srgbClr val="536B7C"/>
                </a:solidFill>
                <a:latin typeface="Arial"/>
                <a:ea typeface="Arial"/>
                <a:cs typeface="Arial"/>
              </a:defRPr>
            </a:lvl1pPr>
            <a:lvl2pPr algn="l">
              <a:buNone/>
              <a:defRPr sz="1200" b="0">
                <a:solidFill>
                  <a:srgbClr val="536B7C"/>
                </a:solidFill>
                <a:latin typeface="Arial"/>
                <a:ea typeface="Arial"/>
                <a:cs typeface="Arial"/>
              </a:defRPr>
            </a:lvl2pPr>
            <a:lvl3pPr algn="l">
              <a:buNone/>
              <a:defRPr sz="1200" b="0">
                <a:solidFill>
                  <a:srgbClr val="536B7C"/>
                </a:solidFill>
                <a:latin typeface="Arial"/>
                <a:ea typeface="Arial"/>
                <a:cs typeface="Arial"/>
              </a:defRPr>
            </a:lvl3pPr>
            <a:lvl4pPr algn="l">
              <a:buNone/>
              <a:defRPr sz="1200" b="0">
                <a:solidFill>
                  <a:srgbClr val="536B7C"/>
                </a:solidFill>
                <a:latin typeface="Arial"/>
                <a:ea typeface="Arial"/>
                <a:cs typeface="Arial"/>
              </a:defRPr>
            </a:lvl4pPr>
            <a:lvl5pPr algn="l">
              <a:buNone/>
              <a:defRPr sz="1200" b="0">
                <a:solidFill>
                  <a:srgbClr val="536B7C"/>
                </a:solidFill>
                <a:latin typeface="Arial"/>
                <a:ea typeface="Arial"/>
                <a:cs typeface="Arial"/>
              </a:defRPr>
            </a:lvl5pPr>
            <a:lvl6pPr algn="l">
              <a:buNone/>
              <a:defRPr sz="1200" b="0">
                <a:solidFill>
                  <a:srgbClr val="536B7C"/>
                </a:solidFill>
                <a:latin typeface="Arial"/>
                <a:ea typeface="Arial"/>
                <a:cs typeface="Arial"/>
              </a:defRPr>
            </a:lvl6pPr>
            <a:lvl7pPr algn="l">
              <a:buNone/>
              <a:defRPr sz="1200" b="0">
                <a:solidFill>
                  <a:srgbClr val="536B7C"/>
                </a:solidFill>
                <a:latin typeface="Arial"/>
                <a:ea typeface="Arial"/>
                <a:cs typeface="Arial"/>
              </a:defRPr>
            </a:lvl7pPr>
            <a:lvl8pPr algn="l">
              <a:buNone/>
              <a:defRPr sz="1200" b="0">
                <a:solidFill>
                  <a:srgbClr val="536B7C"/>
                </a:solidFill>
                <a:latin typeface="Arial"/>
                <a:ea typeface="Arial"/>
                <a:cs typeface="Arial"/>
              </a:defRPr>
            </a:lvl8pPr>
            <a:lvl9pPr algn="l">
              <a:buNone/>
              <a:defRPr sz="1200" b="0">
                <a:solidFill>
                  <a:srgbClr val="536B7C"/>
                </a:solidFill>
                <a:latin typeface="Arial"/>
                <a:ea typeface="Arial"/>
                <a:cs typeface="Arial"/>
              </a:defRPr>
            </a:lvl9pPr>
          </a:lstStyle>
          <a:p xmlns:a="http://schemas.openxmlformats.org/drawingml/2006/main">
            <a:pPr algn="l">
              <a:buNone/>
              <a:defRPr sz="1200" b="0">
                <a:solidFill>
                  <a:srgbClr val="536B7C"/>
                </a:solidFill>
                <a:latin typeface="Arial"/>
                <a:ea typeface="Arial"/>
                <a:cs typeface="Arial"/>
              </a:defRPr>
            </a:pPr>
            <a:r>
              <a:rPr sz="1200" b="0">
                <a:solidFill>
                  <a:srgbClr val="536B7C"/>
                </a:solidFill>
                <a:latin typeface="Arial"/>
                <a:ea typeface="Arial"/>
                <a:cs typeface="Arial"/>
              </a:rPr>
              <a:t>Old detected failures were unclassified</a:t>
            </a:r>
          </a:p>
        </p:txBody>
      </p:sp>
      <p:sp>
        <p:nvSpPr>
          <p:cNvPr id="13" name="">
            <a:extLst xmlns:a="http://schemas.openxmlformats.org/drawingml/2006/main">
              <a:ext uri="{FF2B5EF4-FFF2-40B4-BE49-F238E27FC236}">
                <a16:creationId xmlns:a16="http://schemas.microsoft.com/office/drawing/2014/main" id="{202127A4-2E53-42F7-97E9-1DC6CD58C032}"/>
              </a:ext>
            </a:extLst>
          </p:cNvPr>
          <p:cNvSpPr>
            <a:spLocks xmlns:a="http://schemas.openxmlformats.org/drawingml/2006/main" noGrp="1"/>
          </p:cNvSpPr>
          <p:nvPr/>
        </p:nvSpPr>
        <p:spPr>
          <a:xfrm xmlns:a="http://schemas.openxmlformats.org/drawingml/2006/main">
            <a:off x="8191500" y="2143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1">
                <a:solidFill>
                  <a:srgbClr val="536B7C"/>
                </a:solidFill>
                <a:latin typeface="Arial"/>
                <a:ea typeface="Arial"/>
                <a:cs typeface="Arial"/>
              </a:defRPr>
            </a:defPPr>
            <a:lvl1pPr algn="l">
              <a:buNone/>
              <a:defRPr sz="1500" b="1">
                <a:solidFill>
                  <a:srgbClr val="536B7C"/>
                </a:solidFill>
                <a:latin typeface="Arial"/>
                <a:ea typeface="Arial"/>
                <a:cs typeface="Arial"/>
              </a:defRPr>
            </a:lvl1pPr>
            <a:lvl2pPr algn="l">
              <a:buNone/>
              <a:defRPr sz="1500" b="1">
                <a:solidFill>
                  <a:srgbClr val="536B7C"/>
                </a:solidFill>
                <a:latin typeface="Arial"/>
                <a:ea typeface="Arial"/>
                <a:cs typeface="Arial"/>
              </a:defRPr>
            </a:lvl2pPr>
            <a:lvl3pPr algn="l">
              <a:buNone/>
              <a:defRPr sz="1500" b="1">
                <a:solidFill>
                  <a:srgbClr val="536B7C"/>
                </a:solidFill>
                <a:latin typeface="Arial"/>
                <a:ea typeface="Arial"/>
                <a:cs typeface="Arial"/>
              </a:defRPr>
            </a:lvl3pPr>
            <a:lvl4pPr algn="l">
              <a:buNone/>
              <a:defRPr sz="1500" b="1">
                <a:solidFill>
                  <a:srgbClr val="536B7C"/>
                </a:solidFill>
                <a:latin typeface="Arial"/>
                <a:ea typeface="Arial"/>
                <a:cs typeface="Arial"/>
              </a:defRPr>
            </a:lvl4pPr>
            <a:lvl5pPr algn="l">
              <a:buNone/>
              <a:defRPr sz="1500" b="1">
                <a:solidFill>
                  <a:srgbClr val="536B7C"/>
                </a:solidFill>
                <a:latin typeface="Arial"/>
                <a:ea typeface="Arial"/>
                <a:cs typeface="Arial"/>
              </a:defRPr>
            </a:lvl5pPr>
            <a:lvl6pPr algn="l">
              <a:buNone/>
              <a:defRPr sz="1500" b="1">
                <a:solidFill>
                  <a:srgbClr val="536B7C"/>
                </a:solidFill>
                <a:latin typeface="Arial"/>
                <a:ea typeface="Arial"/>
                <a:cs typeface="Arial"/>
              </a:defRPr>
            </a:lvl6pPr>
            <a:lvl7pPr algn="l">
              <a:buNone/>
              <a:defRPr sz="1500" b="1">
                <a:solidFill>
                  <a:srgbClr val="536B7C"/>
                </a:solidFill>
                <a:latin typeface="Arial"/>
                <a:ea typeface="Arial"/>
                <a:cs typeface="Arial"/>
              </a:defRPr>
            </a:lvl7pPr>
            <a:lvl8pPr algn="l">
              <a:buNone/>
              <a:defRPr sz="1500" b="1">
                <a:solidFill>
                  <a:srgbClr val="536B7C"/>
                </a:solidFill>
                <a:latin typeface="Arial"/>
                <a:ea typeface="Arial"/>
                <a:cs typeface="Arial"/>
              </a:defRPr>
            </a:lvl8pPr>
            <a:lvl9pPr algn="l">
              <a:buNone/>
              <a:defRPr sz="1500" b="1">
                <a:solidFill>
                  <a:srgbClr val="536B7C"/>
                </a:solidFill>
                <a:latin typeface="Arial"/>
                <a:ea typeface="Arial"/>
                <a:cs typeface="Arial"/>
              </a:defRPr>
            </a:lvl9pPr>
          </a:lstStyle>
          <a:p xmlns:a="http://schemas.openxmlformats.org/drawingml/2006/main">
            <a:pPr algn="l">
              <a:buNone/>
              <a:defRPr sz="1500" b="1">
                <a:solidFill>
                  <a:srgbClr val="536B7C"/>
                </a:solidFill>
                <a:latin typeface="Arial"/>
                <a:ea typeface="Arial"/>
                <a:cs typeface="Arial"/>
              </a:defRPr>
            </a:pPr>
            <a:r>
              <a:rPr sz="1500" b="1">
                <a:solidFill>
                  <a:srgbClr val="536B7C"/>
                </a:solidFill>
                <a:latin typeface="Arial"/>
                <a:ea typeface="Arial"/>
                <a:cs typeface="Arial"/>
              </a:rPr>
              <a:t>FALSE POSITIVES</a:t>
            </a:r>
          </a:p>
        </p:txBody>
      </p:sp>
      <p:sp>
        <p:nvSpPr>
          <p:cNvPr id="14" name="">
            <a:extLst xmlns:a="http://schemas.openxmlformats.org/drawingml/2006/main">
              <a:ext uri="{FF2B5EF4-FFF2-40B4-BE49-F238E27FC236}">
                <a16:creationId xmlns:a16="http://schemas.microsoft.com/office/drawing/2014/main" id="{74377A8D-CE82-4C89-8521-C0FE77E2F2E5}"/>
              </a:ext>
            </a:extLst>
          </p:cNvPr>
          <p:cNvSpPr>
            <a:spLocks xmlns:a="http://schemas.openxmlformats.org/drawingml/2006/main" noGrp="1"/>
          </p:cNvSpPr>
          <p:nvPr/>
        </p:nvSpPr>
        <p:spPr>
          <a:xfrm xmlns:a="http://schemas.openxmlformats.org/drawingml/2006/main">
            <a:off x="8191500" y="2676525"/>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400" b="1">
                <a:solidFill>
                  <a:srgbClr val="BC504C"/>
                </a:solidFill>
                <a:latin typeface="Arial"/>
                <a:ea typeface="Arial"/>
                <a:cs typeface="Arial"/>
              </a:defRPr>
            </a:defPPr>
            <a:lvl1pPr algn="l">
              <a:buNone/>
              <a:defRPr sz="2400" b="1">
                <a:solidFill>
                  <a:srgbClr val="BC504C"/>
                </a:solidFill>
                <a:latin typeface="Arial"/>
                <a:ea typeface="Arial"/>
                <a:cs typeface="Arial"/>
              </a:defRPr>
            </a:lvl1pPr>
            <a:lvl2pPr algn="l">
              <a:buNone/>
              <a:defRPr sz="2400" b="1">
                <a:solidFill>
                  <a:srgbClr val="BC504C"/>
                </a:solidFill>
                <a:latin typeface="Arial"/>
                <a:ea typeface="Arial"/>
                <a:cs typeface="Arial"/>
              </a:defRPr>
            </a:lvl2pPr>
            <a:lvl3pPr algn="l">
              <a:buNone/>
              <a:defRPr sz="2400" b="1">
                <a:solidFill>
                  <a:srgbClr val="BC504C"/>
                </a:solidFill>
                <a:latin typeface="Arial"/>
                <a:ea typeface="Arial"/>
                <a:cs typeface="Arial"/>
              </a:defRPr>
            </a:lvl3pPr>
            <a:lvl4pPr algn="l">
              <a:buNone/>
              <a:defRPr sz="2400" b="1">
                <a:solidFill>
                  <a:srgbClr val="BC504C"/>
                </a:solidFill>
                <a:latin typeface="Arial"/>
                <a:ea typeface="Arial"/>
                <a:cs typeface="Arial"/>
              </a:defRPr>
            </a:lvl4pPr>
            <a:lvl5pPr algn="l">
              <a:buNone/>
              <a:defRPr sz="2400" b="1">
                <a:solidFill>
                  <a:srgbClr val="BC504C"/>
                </a:solidFill>
                <a:latin typeface="Arial"/>
                <a:ea typeface="Arial"/>
                <a:cs typeface="Arial"/>
              </a:defRPr>
            </a:lvl5pPr>
            <a:lvl6pPr algn="l">
              <a:buNone/>
              <a:defRPr sz="2400" b="1">
                <a:solidFill>
                  <a:srgbClr val="BC504C"/>
                </a:solidFill>
                <a:latin typeface="Arial"/>
                <a:ea typeface="Arial"/>
                <a:cs typeface="Arial"/>
              </a:defRPr>
            </a:lvl6pPr>
            <a:lvl7pPr algn="l">
              <a:buNone/>
              <a:defRPr sz="2400" b="1">
                <a:solidFill>
                  <a:srgbClr val="BC504C"/>
                </a:solidFill>
                <a:latin typeface="Arial"/>
                <a:ea typeface="Arial"/>
                <a:cs typeface="Arial"/>
              </a:defRPr>
            </a:lvl7pPr>
            <a:lvl8pPr algn="l">
              <a:buNone/>
              <a:defRPr sz="2400" b="1">
                <a:solidFill>
                  <a:srgbClr val="BC504C"/>
                </a:solidFill>
                <a:latin typeface="Arial"/>
                <a:ea typeface="Arial"/>
                <a:cs typeface="Arial"/>
              </a:defRPr>
            </a:lvl8pPr>
            <a:lvl9pPr algn="l">
              <a:buNone/>
              <a:defRPr sz="2400" b="1">
                <a:solidFill>
                  <a:srgbClr val="BC504C"/>
                </a:solidFill>
                <a:latin typeface="Arial"/>
                <a:ea typeface="Arial"/>
                <a:cs typeface="Arial"/>
              </a:defRPr>
            </a:lvl9pPr>
          </a:lstStyle>
          <a:p xmlns:a="http://schemas.openxmlformats.org/drawingml/2006/main">
            <a:pPr algn="l">
              <a:buNone/>
              <a:defRPr sz="2400" b="1">
                <a:solidFill>
                  <a:srgbClr val="BC504C"/>
                </a:solidFill>
                <a:latin typeface="Arial"/>
                <a:ea typeface="Arial"/>
                <a:cs typeface="Arial"/>
              </a:defRPr>
            </a:pPr>
            <a:r>
              <a:rPr sz="2400" b="1">
                <a:solidFill>
                  <a:srgbClr val="BC504C"/>
                </a:solidFill>
                <a:latin typeface="Arial"/>
                <a:ea typeface="Arial"/>
                <a:cs typeface="Arial"/>
              </a:rPr>
              <a:t>18 / 50  ·  36.0%</a:t>
            </a:r>
          </a:p>
        </p:txBody>
      </p:sp>
      <p:sp>
        <p:nvSpPr>
          <p:cNvPr id="15" name="">
            <a:extLst xmlns:a="http://schemas.openxmlformats.org/drawingml/2006/main">
              <a:ext uri="{FF2B5EF4-FFF2-40B4-BE49-F238E27FC236}">
                <a16:creationId xmlns:a16="http://schemas.microsoft.com/office/drawing/2014/main" id="{C1861AD0-F6C7-4DE4-840F-F3CFC7BD0CBD}"/>
              </a:ext>
            </a:extLst>
          </p:cNvPr>
          <p:cNvSpPr>
            <a:spLocks xmlns:a="http://schemas.openxmlformats.org/drawingml/2006/main" noGrp="1"/>
          </p:cNvSpPr>
          <p:nvPr/>
        </p:nvSpPr>
        <p:spPr>
          <a:xfrm xmlns:a="http://schemas.openxmlformats.org/drawingml/2006/main">
            <a:off x="8191500" y="3267075"/>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400" b="1">
                <a:solidFill>
                  <a:srgbClr val="087F8C"/>
                </a:solidFill>
                <a:latin typeface="Arial"/>
                <a:ea typeface="Arial"/>
                <a:cs typeface="Arial"/>
              </a:defRPr>
            </a:defPPr>
            <a:lvl1pPr algn="l">
              <a:buNone/>
              <a:defRPr sz="2400" b="1">
                <a:solidFill>
                  <a:srgbClr val="087F8C"/>
                </a:solidFill>
                <a:latin typeface="Arial"/>
                <a:ea typeface="Arial"/>
                <a:cs typeface="Arial"/>
              </a:defRPr>
            </a:lvl1pPr>
            <a:lvl2pPr algn="l">
              <a:buNone/>
              <a:defRPr sz="2400" b="1">
                <a:solidFill>
                  <a:srgbClr val="087F8C"/>
                </a:solidFill>
                <a:latin typeface="Arial"/>
                <a:ea typeface="Arial"/>
                <a:cs typeface="Arial"/>
              </a:defRPr>
            </a:lvl2pPr>
            <a:lvl3pPr algn="l">
              <a:buNone/>
              <a:defRPr sz="2400" b="1">
                <a:solidFill>
                  <a:srgbClr val="087F8C"/>
                </a:solidFill>
                <a:latin typeface="Arial"/>
                <a:ea typeface="Arial"/>
                <a:cs typeface="Arial"/>
              </a:defRPr>
            </a:lvl3pPr>
            <a:lvl4pPr algn="l">
              <a:buNone/>
              <a:defRPr sz="2400" b="1">
                <a:solidFill>
                  <a:srgbClr val="087F8C"/>
                </a:solidFill>
                <a:latin typeface="Arial"/>
                <a:ea typeface="Arial"/>
                <a:cs typeface="Arial"/>
              </a:defRPr>
            </a:lvl4pPr>
            <a:lvl5pPr algn="l">
              <a:buNone/>
              <a:defRPr sz="2400" b="1">
                <a:solidFill>
                  <a:srgbClr val="087F8C"/>
                </a:solidFill>
                <a:latin typeface="Arial"/>
                <a:ea typeface="Arial"/>
                <a:cs typeface="Arial"/>
              </a:defRPr>
            </a:lvl5pPr>
            <a:lvl6pPr algn="l">
              <a:buNone/>
              <a:defRPr sz="2400" b="1">
                <a:solidFill>
                  <a:srgbClr val="087F8C"/>
                </a:solidFill>
                <a:latin typeface="Arial"/>
                <a:ea typeface="Arial"/>
                <a:cs typeface="Arial"/>
              </a:defRPr>
            </a:lvl6pPr>
            <a:lvl7pPr algn="l">
              <a:buNone/>
              <a:defRPr sz="2400" b="1">
                <a:solidFill>
                  <a:srgbClr val="087F8C"/>
                </a:solidFill>
                <a:latin typeface="Arial"/>
                <a:ea typeface="Arial"/>
                <a:cs typeface="Arial"/>
              </a:defRPr>
            </a:lvl7pPr>
            <a:lvl8pPr algn="l">
              <a:buNone/>
              <a:defRPr sz="2400" b="1">
                <a:solidFill>
                  <a:srgbClr val="087F8C"/>
                </a:solidFill>
                <a:latin typeface="Arial"/>
                <a:ea typeface="Arial"/>
                <a:cs typeface="Arial"/>
              </a:defRPr>
            </a:lvl8pPr>
            <a:lvl9pPr algn="l">
              <a:buNone/>
              <a:defRPr sz="2400" b="1">
                <a:solidFill>
                  <a:srgbClr val="087F8C"/>
                </a:solidFill>
                <a:latin typeface="Arial"/>
                <a:ea typeface="Arial"/>
                <a:cs typeface="Arial"/>
              </a:defRPr>
            </a:lvl9pPr>
          </a:lstStyle>
          <a:p xmlns:a="http://schemas.openxmlformats.org/drawingml/2006/main">
            <a:pPr algn="l">
              <a:buNone/>
              <a:defRPr sz="2400" b="1">
                <a:solidFill>
                  <a:srgbClr val="087F8C"/>
                </a:solidFill>
                <a:latin typeface="Arial"/>
                <a:ea typeface="Arial"/>
                <a:cs typeface="Arial"/>
              </a:defRPr>
            </a:pPr>
            <a:r>
              <a:rPr sz="2400" b="1">
                <a:solidFill>
                  <a:srgbClr val="087F8C"/>
                </a:solidFill>
                <a:latin typeface="Arial"/>
                <a:ea typeface="Arial"/>
                <a:cs typeface="Arial"/>
              </a:rPr>
              <a:t>0 / 50  ·  0%</a:t>
            </a:r>
          </a:p>
        </p:txBody>
      </p:sp>
      <p:sp>
        <p:nvSpPr>
          <p:cNvPr id="16" name="">
            <a:extLst xmlns:a="http://schemas.openxmlformats.org/drawingml/2006/main">
              <a:ext uri="{FF2B5EF4-FFF2-40B4-BE49-F238E27FC236}">
                <a16:creationId xmlns:a16="http://schemas.microsoft.com/office/drawing/2014/main" id="{EFC13DAB-35B6-4734-AAEF-34AF32B3C85E}"/>
              </a:ext>
            </a:extLst>
          </p:cNvPr>
          <p:cNvSpPr>
            <a:spLocks xmlns:a="http://schemas.openxmlformats.org/drawingml/2006/main" noGrp="1"/>
          </p:cNvSpPr>
          <p:nvPr/>
        </p:nvSpPr>
        <p:spPr>
          <a:xfrm xmlns:a="http://schemas.openxmlformats.org/drawingml/2006/main">
            <a:off x="8191500" y="3886200"/>
            <a:ext cx="333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0">
                <a:solidFill>
                  <a:srgbClr val="536B7C"/>
                </a:solidFill>
                <a:latin typeface="Arial"/>
                <a:ea typeface="Arial"/>
                <a:cs typeface="Arial"/>
              </a:defRPr>
            </a:defPPr>
            <a:lvl1pPr algn="l">
              <a:buNone/>
              <a:defRPr sz="1200" b="0">
                <a:solidFill>
                  <a:srgbClr val="536B7C"/>
                </a:solidFill>
                <a:latin typeface="Arial"/>
                <a:ea typeface="Arial"/>
                <a:cs typeface="Arial"/>
              </a:defRPr>
            </a:lvl1pPr>
            <a:lvl2pPr algn="l">
              <a:buNone/>
              <a:defRPr sz="1200" b="0">
                <a:solidFill>
                  <a:srgbClr val="536B7C"/>
                </a:solidFill>
                <a:latin typeface="Arial"/>
                <a:ea typeface="Arial"/>
                <a:cs typeface="Arial"/>
              </a:defRPr>
            </a:lvl2pPr>
            <a:lvl3pPr algn="l">
              <a:buNone/>
              <a:defRPr sz="1200" b="0">
                <a:solidFill>
                  <a:srgbClr val="536B7C"/>
                </a:solidFill>
                <a:latin typeface="Arial"/>
                <a:ea typeface="Arial"/>
                <a:cs typeface="Arial"/>
              </a:defRPr>
            </a:lvl3pPr>
            <a:lvl4pPr algn="l">
              <a:buNone/>
              <a:defRPr sz="1200" b="0">
                <a:solidFill>
                  <a:srgbClr val="536B7C"/>
                </a:solidFill>
                <a:latin typeface="Arial"/>
                <a:ea typeface="Arial"/>
                <a:cs typeface="Arial"/>
              </a:defRPr>
            </a:lvl4pPr>
            <a:lvl5pPr algn="l">
              <a:buNone/>
              <a:defRPr sz="1200" b="0">
                <a:solidFill>
                  <a:srgbClr val="536B7C"/>
                </a:solidFill>
                <a:latin typeface="Arial"/>
                <a:ea typeface="Arial"/>
                <a:cs typeface="Arial"/>
              </a:defRPr>
            </a:lvl5pPr>
            <a:lvl6pPr algn="l">
              <a:buNone/>
              <a:defRPr sz="1200" b="0">
                <a:solidFill>
                  <a:srgbClr val="536B7C"/>
                </a:solidFill>
                <a:latin typeface="Arial"/>
                <a:ea typeface="Arial"/>
                <a:cs typeface="Arial"/>
              </a:defRPr>
            </a:lvl6pPr>
            <a:lvl7pPr algn="l">
              <a:buNone/>
              <a:defRPr sz="1200" b="0">
                <a:solidFill>
                  <a:srgbClr val="536B7C"/>
                </a:solidFill>
                <a:latin typeface="Arial"/>
                <a:ea typeface="Arial"/>
                <a:cs typeface="Arial"/>
              </a:defRPr>
            </a:lvl7pPr>
            <a:lvl8pPr algn="l">
              <a:buNone/>
              <a:defRPr sz="1200" b="0">
                <a:solidFill>
                  <a:srgbClr val="536B7C"/>
                </a:solidFill>
                <a:latin typeface="Arial"/>
                <a:ea typeface="Arial"/>
                <a:cs typeface="Arial"/>
              </a:defRPr>
            </a:lvl8pPr>
            <a:lvl9pPr algn="l">
              <a:buNone/>
              <a:defRPr sz="1200" b="0">
                <a:solidFill>
                  <a:srgbClr val="536B7C"/>
                </a:solidFill>
                <a:latin typeface="Arial"/>
                <a:ea typeface="Arial"/>
                <a:cs typeface="Arial"/>
              </a:defRPr>
            </a:lvl9pPr>
          </a:lstStyle>
          <a:p xmlns:a="http://schemas.openxmlformats.org/drawingml/2006/main">
            <a:pPr algn="l">
              <a:buNone/>
              <a:defRPr sz="1200" b="0">
                <a:solidFill>
                  <a:srgbClr val="536B7C"/>
                </a:solidFill>
                <a:latin typeface="Arial"/>
                <a:ea typeface="Arial"/>
                <a:cs typeface="Arial"/>
              </a:defRPr>
            </a:pPr>
            <a:r>
              <a:rPr sz="1200" b="0">
                <a:solidFill>
                  <a:srgbClr val="536B7C"/>
                </a:solidFill>
                <a:latin typeface="Arial"/>
                <a:ea typeface="Arial"/>
                <a:cs typeface="Arial"/>
              </a:rPr>
              <a:t>Zero observed in this selected sample</a:t>
            </a:r>
          </a:p>
        </p:txBody>
      </p:sp>
      <p:sp>
        <p:nvSpPr>
          <p:cNvPr id="17" name="">
            <a:extLst xmlns:a="http://schemas.openxmlformats.org/drawingml/2006/main">
              <a:ext uri="{FF2B5EF4-FFF2-40B4-BE49-F238E27FC236}">
                <a16:creationId xmlns:a16="http://schemas.microsoft.com/office/drawing/2014/main" id="{057FB00C-3123-415D-8658-BB9452B2B6E6}"/>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7CF082B-E9BA-4593-9EC7-06F253AF0436}"/>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120 answers · 30 synthetic histories · 2 reviewer disagreements excluded from the main comparison.</a:t>
            </a:r>
          </a:p>
        </p:txBody>
      </p:sp>
    </p:spTree>
    <p:extLst>
      <p:ext uri="{BB962C8B-B14F-4D97-AF65-F5344CB8AC3E}">
        <p14:creationId xmlns:p14="http://schemas.microsoft.com/office/powerpoint/2010/main" val="632908097"/>
      </p:ext>
    </p:extLst>
  </p:cSld>
</p:sld>
</file>

<file path=ppt/slides/slide10.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7351116-9906-4998-98DC-170F06EBB12B}"/>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5CB57F7-48CB-4DF2-A1AC-25C5EE7A00B6}"/>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4     •     10</a:t>
            </a:r>
          </a:p>
        </p:txBody>
      </p:sp>
      <p:sp>
        <p:nvSpPr>
          <p:cNvPr id="3" name="">
            <a:extLst xmlns:a="http://schemas.openxmlformats.org/drawingml/2006/main">
              <a:ext uri="{FF2B5EF4-FFF2-40B4-BE49-F238E27FC236}">
                <a16:creationId xmlns:a16="http://schemas.microsoft.com/office/drawing/2014/main" id="{E090A78E-EF76-4D8D-AB25-D97EA23E750F}"/>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AC1: relation matching improved, fact matching fell</a:t>
            </a:r>
          </a:p>
        </p:txBody>
      </p:sp>
      <p:sp>
        <p:nvSpPr>
          <p:cNvPr id="4" name="">
            <a:extLst xmlns:a="http://schemas.openxmlformats.org/drawingml/2006/main">
              <a:ext uri="{FF2B5EF4-FFF2-40B4-BE49-F238E27FC236}">
                <a16:creationId xmlns:a16="http://schemas.microsoft.com/office/drawing/2014/main" id="{2610D9F7-F06C-43C1-8690-5833093542A2}"/>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Paired comparison on the 27 histories completed in both runs.</a:t>
            </a:r>
          </a:p>
        </p:txBody>
      </p:sp>
      <p:sp>
        <p:nvSpPr>
          <p:cNvPr id="5" name="">
            <a:extLst xmlns:a="http://schemas.openxmlformats.org/drawingml/2006/main">
              <a:ext uri="{FF2B5EF4-FFF2-40B4-BE49-F238E27FC236}">
                <a16:creationId xmlns:a16="http://schemas.microsoft.com/office/drawing/2014/main" id="{47FA8739-E3AE-4154-9EDD-A215AAB7F41A}"/>
              </a:ext>
            </a:extLst>
          </p:cNvPr>
          <p:cNvSpPr>
            <a:spLocks xmlns:a="http://schemas.openxmlformats.org/drawingml/2006/main" noGrp="1"/>
          </p:cNvSpPr>
          <p:nvPr/>
        </p:nvSpPr>
        <p:spPr>
          <a:xfrm xmlns:a="http://schemas.openxmlformats.org/drawingml/2006/main">
            <a:off x="704850" y="21907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1">
                <a:solidFill>
                  <a:srgbClr val="536B7C"/>
                </a:solidFill>
                <a:latin typeface="Arial"/>
                <a:ea typeface="Arial"/>
                <a:cs typeface="Arial"/>
              </a:defRPr>
            </a:defPPr>
            <a:lvl1pPr algn="l">
              <a:buNone/>
              <a:defRPr sz="1500" b="1">
                <a:solidFill>
                  <a:srgbClr val="536B7C"/>
                </a:solidFill>
                <a:latin typeface="Arial"/>
                <a:ea typeface="Arial"/>
                <a:cs typeface="Arial"/>
              </a:defRPr>
            </a:lvl1pPr>
            <a:lvl2pPr algn="l">
              <a:buNone/>
              <a:defRPr sz="1500" b="1">
                <a:solidFill>
                  <a:srgbClr val="536B7C"/>
                </a:solidFill>
                <a:latin typeface="Arial"/>
                <a:ea typeface="Arial"/>
                <a:cs typeface="Arial"/>
              </a:defRPr>
            </a:lvl2pPr>
            <a:lvl3pPr algn="l">
              <a:buNone/>
              <a:defRPr sz="1500" b="1">
                <a:solidFill>
                  <a:srgbClr val="536B7C"/>
                </a:solidFill>
                <a:latin typeface="Arial"/>
                <a:ea typeface="Arial"/>
                <a:cs typeface="Arial"/>
              </a:defRPr>
            </a:lvl3pPr>
            <a:lvl4pPr algn="l">
              <a:buNone/>
              <a:defRPr sz="1500" b="1">
                <a:solidFill>
                  <a:srgbClr val="536B7C"/>
                </a:solidFill>
                <a:latin typeface="Arial"/>
                <a:ea typeface="Arial"/>
                <a:cs typeface="Arial"/>
              </a:defRPr>
            </a:lvl4pPr>
            <a:lvl5pPr algn="l">
              <a:buNone/>
              <a:defRPr sz="1500" b="1">
                <a:solidFill>
                  <a:srgbClr val="536B7C"/>
                </a:solidFill>
                <a:latin typeface="Arial"/>
                <a:ea typeface="Arial"/>
                <a:cs typeface="Arial"/>
              </a:defRPr>
            </a:lvl5pPr>
            <a:lvl6pPr algn="l">
              <a:buNone/>
              <a:defRPr sz="1500" b="1">
                <a:solidFill>
                  <a:srgbClr val="536B7C"/>
                </a:solidFill>
                <a:latin typeface="Arial"/>
                <a:ea typeface="Arial"/>
                <a:cs typeface="Arial"/>
              </a:defRPr>
            </a:lvl6pPr>
            <a:lvl7pPr algn="l">
              <a:buNone/>
              <a:defRPr sz="1500" b="1">
                <a:solidFill>
                  <a:srgbClr val="536B7C"/>
                </a:solidFill>
                <a:latin typeface="Arial"/>
                <a:ea typeface="Arial"/>
                <a:cs typeface="Arial"/>
              </a:defRPr>
            </a:lvl7pPr>
            <a:lvl8pPr algn="l">
              <a:buNone/>
              <a:defRPr sz="1500" b="1">
                <a:solidFill>
                  <a:srgbClr val="536B7C"/>
                </a:solidFill>
                <a:latin typeface="Arial"/>
                <a:ea typeface="Arial"/>
                <a:cs typeface="Arial"/>
              </a:defRPr>
            </a:lvl8pPr>
            <a:lvl9pPr algn="l">
              <a:buNone/>
              <a:defRPr sz="1500" b="1">
                <a:solidFill>
                  <a:srgbClr val="536B7C"/>
                </a:solidFill>
                <a:latin typeface="Arial"/>
                <a:ea typeface="Arial"/>
                <a:cs typeface="Arial"/>
              </a:defRPr>
            </a:lvl9pPr>
          </a:lstStyle>
          <a:p xmlns:a="http://schemas.openxmlformats.org/drawingml/2006/main">
            <a:pPr algn="l">
              <a:buNone/>
              <a:defRPr sz="1500" b="1">
                <a:solidFill>
                  <a:srgbClr val="536B7C"/>
                </a:solidFill>
                <a:latin typeface="Arial"/>
                <a:ea typeface="Arial"/>
                <a:cs typeface="Arial"/>
              </a:defRPr>
            </a:pPr>
            <a:r>
              <a:rPr sz="1500" b="1">
                <a:solidFill>
                  <a:srgbClr val="536B7C"/>
                </a:solidFill>
                <a:latin typeface="Arial"/>
                <a:ea typeface="Arial"/>
                <a:cs typeface="Arial"/>
              </a:rPr>
              <a:t>REFERENCE RELATIONSHIP IDs</a:t>
            </a:r>
          </a:p>
        </p:txBody>
      </p:sp>
      <p:sp>
        <p:nvSpPr>
          <p:cNvPr id="6" name="">
            <a:extLst xmlns:a="http://schemas.openxmlformats.org/drawingml/2006/main">
              <a:ext uri="{FF2B5EF4-FFF2-40B4-BE49-F238E27FC236}">
                <a16:creationId xmlns:a16="http://schemas.microsoft.com/office/drawing/2014/main" id="{0E0C420E-86E8-4C37-94D0-1C47E6F0150F}"/>
              </a:ext>
            </a:extLst>
          </p:cNvPr>
          <p:cNvSpPr>
            <a:spLocks xmlns:a="http://schemas.openxmlformats.org/drawingml/2006/main" noGrp="1"/>
          </p:cNvSpPr>
          <p:nvPr/>
        </p:nvSpPr>
        <p:spPr>
          <a:xfrm xmlns:a="http://schemas.openxmlformats.org/drawingml/2006/main">
            <a:off x="704850" y="2733675"/>
            <a:ext cx="4762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087F8C"/>
                </a:solidFill>
                <a:latin typeface="Arial"/>
                <a:ea typeface="Arial"/>
                <a:cs typeface="Arial"/>
              </a:defRPr>
            </a:defPPr>
            <a:lvl1pPr algn="l">
              <a:buNone/>
              <a:defRPr sz="2550" b="1">
                <a:solidFill>
                  <a:srgbClr val="087F8C"/>
                </a:solidFill>
                <a:latin typeface="Arial"/>
                <a:ea typeface="Arial"/>
                <a:cs typeface="Arial"/>
              </a:defRPr>
            </a:lvl1pPr>
            <a:lvl2pPr algn="l">
              <a:buNone/>
              <a:defRPr sz="2550" b="1">
                <a:solidFill>
                  <a:srgbClr val="087F8C"/>
                </a:solidFill>
                <a:latin typeface="Arial"/>
                <a:ea typeface="Arial"/>
                <a:cs typeface="Arial"/>
              </a:defRPr>
            </a:lvl2pPr>
            <a:lvl3pPr algn="l">
              <a:buNone/>
              <a:defRPr sz="2550" b="1">
                <a:solidFill>
                  <a:srgbClr val="087F8C"/>
                </a:solidFill>
                <a:latin typeface="Arial"/>
                <a:ea typeface="Arial"/>
                <a:cs typeface="Arial"/>
              </a:defRPr>
            </a:lvl3pPr>
            <a:lvl4pPr algn="l">
              <a:buNone/>
              <a:defRPr sz="2550" b="1">
                <a:solidFill>
                  <a:srgbClr val="087F8C"/>
                </a:solidFill>
                <a:latin typeface="Arial"/>
                <a:ea typeface="Arial"/>
                <a:cs typeface="Arial"/>
              </a:defRPr>
            </a:lvl4pPr>
            <a:lvl5pPr algn="l">
              <a:buNone/>
              <a:defRPr sz="2550" b="1">
                <a:solidFill>
                  <a:srgbClr val="087F8C"/>
                </a:solidFill>
                <a:latin typeface="Arial"/>
                <a:ea typeface="Arial"/>
                <a:cs typeface="Arial"/>
              </a:defRPr>
            </a:lvl5pPr>
            <a:lvl6pPr algn="l">
              <a:buNone/>
              <a:defRPr sz="2550" b="1">
                <a:solidFill>
                  <a:srgbClr val="087F8C"/>
                </a:solidFill>
                <a:latin typeface="Arial"/>
                <a:ea typeface="Arial"/>
                <a:cs typeface="Arial"/>
              </a:defRPr>
            </a:lvl6pPr>
            <a:lvl7pPr algn="l">
              <a:buNone/>
              <a:defRPr sz="2550" b="1">
                <a:solidFill>
                  <a:srgbClr val="087F8C"/>
                </a:solidFill>
                <a:latin typeface="Arial"/>
                <a:ea typeface="Arial"/>
                <a:cs typeface="Arial"/>
              </a:defRPr>
            </a:lvl7pPr>
            <a:lvl8pPr algn="l">
              <a:buNone/>
              <a:defRPr sz="2550" b="1">
                <a:solidFill>
                  <a:srgbClr val="087F8C"/>
                </a:solidFill>
                <a:latin typeface="Arial"/>
                <a:ea typeface="Arial"/>
                <a:cs typeface="Arial"/>
              </a:defRPr>
            </a:lvl8pPr>
            <a:lvl9pPr algn="l">
              <a:buNone/>
              <a:defRPr sz="2550" b="1">
                <a:solidFill>
                  <a:srgbClr val="087F8C"/>
                </a:solidFill>
                <a:latin typeface="Arial"/>
                <a:ea typeface="Arial"/>
                <a:cs typeface="Arial"/>
              </a:defRPr>
            </a:lvl9pPr>
          </a:lstStyle>
          <a:p xmlns:a="http://schemas.openxmlformats.org/drawingml/2006/main">
            <a:pPr algn="l">
              <a:buNone/>
              <a:defRPr sz="2550" b="1">
                <a:solidFill>
                  <a:srgbClr val="087F8C"/>
                </a:solidFill>
                <a:latin typeface="Arial"/>
                <a:ea typeface="Arial"/>
                <a:cs typeface="Arial"/>
              </a:defRPr>
            </a:pPr>
            <a:r>
              <a:rPr sz="2550" b="1">
                <a:solidFill>
                  <a:srgbClr val="087F8C"/>
                </a:solidFill>
                <a:latin typeface="Arial"/>
                <a:ea typeface="Arial"/>
                <a:cs typeface="Arial"/>
              </a:rPr>
              <a:t>58 / 80   to   79 / 80</a:t>
            </a:r>
          </a:p>
        </p:txBody>
      </p:sp>
      <p:sp>
        <p:nvSpPr>
          <p:cNvPr id="7" name="">
            <a:extLst xmlns:a="http://schemas.openxmlformats.org/drawingml/2006/main">
              <a:ext uri="{FF2B5EF4-FFF2-40B4-BE49-F238E27FC236}">
                <a16:creationId xmlns:a16="http://schemas.microsoft.com/office/drawing/2014/main" id="{E13C7DC9-F3F0-4DB6-A494-EF427418B081}"/>
              </a:ext>
            </a:extLst>
          </p:cNvPr>
          <p:cNvSpPr>
            <a:spLocks xmlns:a="http://schemas.openxmlformats.org/drawingml/2006/main" noGrp="1"/>
          </p:cNvSpPr>
          <p:nvPr/>
        </p:nvSpPr>
        <p:spPr>
          <a:xfrm xmlns:a="http://schemas.openxmlformats.org/drawingml/2006/main">
            <a:off x="704850" y="3362325"/>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75" b="0">
                <a:solidFill>
                  <a:srgbClr val="152B3C"/>
                </a:solidFill>
                <a:latin typeface="Arial"/>
                <a:ea typeface="Arial"/>
                <a:cs typeface="Arial"/>
              </a:defRPr>
            </a:defPPr>
            <a:lvl1pPr algn="l">
              <a:buNone/>
              <a:defRPr sz="1575" b="0">
                <a:solidFill>
                  <a:srgbClr val="152B3C"/>
                </a:solidFill>
                <a:latin typeface="Arial"/>
                <a:ea typeface="Arial"/>
                <a:cs typeface="Arial"/>
              </a:defRPr>
            </a:lvl1pPr>
            <a:lvl2pPr algn="l">
              <a:buNone/>
              <a:defRPr sz="1575" b="0">
                <a:solidFill>
                  <a:srgbClr val="152B3C"/>
                </a:solidFill>
                <a:latin typeface="Arial"/>
                <a:ea typeface="Arial"/>
                <a:cs typeface="Arial"/>
              </a:defRPr>
            </a:lvl2pPr>
            <a:lvl3pPr algn="l">
              <a:buNone/>
              <a:defRPr sz="1575" b="0">
                <a:solidFill>
                  <a:srgbClr val="152B3C"/>
                </a:solidFill>
                <a:latin typeface="Arial"/>
                <a:ea typeface="Arial"/>
                <a:cs typeface="Arial"/>
              </a:defRPr>
            </a:lvl3pPr>
            <a:lvl4pPr algn="l">
              <a:buNone/>
              <a:defRPr sz="1575" b="0">
                <a:solidFill>
                  <a:srgbClr val="152B3C"/>
                </a:solidFill>
                <a:latin typeface="Arial"/>
                <a:ea typeface="Arial"/>
                <a:cs typeface="Arial"/>
              </a:defRPr>
            </a:lvl4pPr>
            <a:lvl5pPr algn="l">
              <a:buNone/>
              <a:defRPr sz="1575" b="0">
                <a:solidFill>
                  <a:srgbClr val="152B3C"/>
                </a:solidFill>
                <a:latin typeface="Arial"/>
                <a:ea typeface="Arial"/>
                <a:cs typeface="Arial"/>
              </a:defRPr>
            </a:lvl5pPr>
            <a:lvl6pPr algn="l">
              <a:buNone/>
              <a:defRPr sz="1575" b="0">
                <a:solidFill>
                  <a:srgbClr val="152B3C"/>
                </a:solidFill>
                <a:latin typeface="Arial"/>
                <a:ea typeface="Arial"/>
                <a:cs typeface="Arial"/>
              </a:defRPr>
            </a:lvl6pPr>
            <a:lvl7pPr algn="l">
              <a:buNone/>
              <a:defRPr sz="1575" b="0">
                <a:solidFill>
                  <a:srgbClr val="152B3C"/>
                </a:solidFill>
                <a:latin typeface="Arial"/>
                <a:ea typeface="Arial"/>
                <a:cs typeface="Arial"/>
              </a:defRPr>
            </a:lvl7pPr>
            <a:lvl8pPr algn="l">
              <a:buNone/>
              <a:defRPr sz="1575" b="0">
                <a:solidFill>
                  <a:srgbClr val="152B3C"/>
                </a:solidFill>
                <a:latin typeface="Arial"/>
                <a:ea typeface="Arial"/>
                <a:cs typeface="Arial"/>
              </a:defRPr>
            </a:lvl8pPr>
            <a:lvl9pPr algn="l">
              <a:buNone/>
              <a:defRPr sz="1575" b="0">
                <a:solidFill>
                  <a:srgbClr val="152B3C"/>
                </a:solidFill>
                <a:latin typeface="Arial"/>
                <a:ea typeface="Arial"/>
                <a:cs typeface="Arial"/>
              </a:defRPr>
            </a:lvl9pPr>
          </a:lstStyle>
          <a:p xmlns:a="http://schemas.openxmlformats.org/drawingml/2006/main">
            <a:pPr algn="l">
              <a:buNone/>
              <a:defRPr sz="1575" b="0">
                <a:solidFill>
                  <a:srgbClr val="152B3C"/>
                </a:solidFill>
                <a:latin typeface="Arial"/>
                <a:ea typeface="Arial"/>
                <a:cs typeface="Arial"/>
              </a:defRPr>
            </a:pPr>
            <a:r>
              <a:rPr sz="1575" b="0">
                <a:solidFill>
                  <a:srgbClr val="152B3C"/>
                </a:solidFill>
                <a:latin typeface="Arial"/>
                <a:ea typeface="Arial"/>
                <a:cs typeface="Arial"/>
              </a:rPr>
              <a:t>72.5% to 98.8%</a:t>
            </a:r>
          </a:p>
        </p:txBody>
      </p:sp>
      <p:sp>
        <p:nvSpPr>
          <p:cNvPr id="8" name="">
            <a:extLst xmlns:a="http://schemas.openxmlformats.org/drawingml/2006/main">
              <a:ext uri="{FF2B5EF4-FFF2-40B4-BE49-F238E27FC236}">
                <a16:creationId xmlns:a16="http://schemas.microsoft.com/office/drawing/2014/main" id="{52F24F7E-6F95-4E99-A386-0CDF70D0EFDC}"/>
              </a:ext>
            </a:extLst>
          </p:cNvPr>
          <p:cNvSpPr>
            <a:spLocks xmlns:a="http://schemas.openxmlformats.org/drawingml/2006/main" noGrp="1"/>
          </p:cNvSpPr>
          <p:nvPr/>
        </p:nvSpPr>
        <p:spPr>
          <a:xfrm xmlns:a="http://schemas.openxmlformats.org/drawingml/2006/main">
            <a:off x="6477000" y="21907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1">
                <a:solidFill>
                  <a:srgbClr val="536B7C"/>
                </a:solidFill>
                <a:latin typeface="Arial"/>
                <a:ea typeface="Arial"/>
                <a:cs typeface="Arial"/>
              </a:defRPr>
            </a:defPPr>
            <a:lvl1pPr algn="l">
              <a:buNone/>
              <a:defRPr sz="1500" b="1">
                <a:solidFill>
                  <a:srgbClr val="536B7C"/>
                </a:solidFill>
                <a:latin typeface="Arial"/>
                <a:ea typeface="Arial"/>
                <a:cs typeface="Arial"/>
              </a:defRPr>
            </a:lvl1pPr>
            <a:lvl2pPr algn="l">
              <a:buNone/>
              <a:defRPr sz="1500" b="1">
                <a:solidFill>
                  <a:srgbClr val="536B7C"/>
                </a:solidFill>
                <a:latin typeface="Arial"/>
                <a:ea typeface="Arial"/>
                <a:cs typeface="Arial"/>
              </a:defRPr>
            </a:lvl2pPr>
            <a:lvl3pPr algn="l">
              <a:buNone/>
              <a:defRPr sz="1500" b="1">
                <a:solidFill>
                  <a:srgbClr val="536B7C"/>
                </a:solidFill>
                <a:latin typeface="Arial"/>
                <a:ea typeface="Arial"/>
                <a:cs typeface="Arial"/>
              </a:defRPr>
            </a:lvl3pPr>
            <a:lvl4pPr algn="l">
              <a:buNone/>
              <a:defRPr sz="1500" b="1">
                <a:solidFill>
                  <a:srgbClr val="536B7C"/>
                </a:solidFill>
                <a:latin typeface="Arial"/>
                <a:ea typeface="Arial"/>
                <a:cs typeface="Arial"/>
              </a:defRPr>
            </a:lvl4pPr>
            <a:lvl5pPr algn="l">
              <a:buNone/>
              <a:defRPr sz="1500" b="1">
                <a:solidFill>
                  <a:srgbClr val="536B7C"/>
                </a:solidFill>
                <a:latin typeface="Arial"/>
                <a:ea typeface="Arial"/>
                <a:cs typeface="Arial"/>
              </a:defRPr>
            </a:lvl5pPr>
            <a:lvl6pPr algn="l">
              <a:buNone/>
              <a:defRPr sz="1500" b="1">
                <a:solidFill>
                  <a:srgbClr val="536B7C"/>
                </a:solidFill>
                <a:latin typeface="Arial"/>
                <a:ea typeface="Arial"/>
                <a:cs typeface="Arial"/>
              </a:defRPr>
            </a:lvl6pPr>
            <a:lvl7pPr algn="l">
              <a:buNone/>
              <a:defRPr sz="1500" b="1">
                <a:solidFill>
                  <a:srgbClr val="536B7C"/>
                </a:solidFill>
                <a:latin typeface="Arial"/>
                <a:ea typeface="Arial"/>
                <a:cs typeface="Arial"/>
              </a:defRPr>
            </a:lvl7pPr>
            <a:lvl8pPr algn="l">
              <a:buNone/>
              <a:defRPr sz="1500" b="1">
                <a:solidFill>
                  <a:srgbClr val="536B7C"/>
                </a:solidFill>
                <a:latin typeface="Arial"/>
                <a:ea typeface="Arial"/>
                <a:cs typeface="Arial"/>
              </a:defRPr>
            </a:lvl8pPr>
            <a:lvl9pPr algn="l">
              <a:buNone/>
              <a:defRPr sz="1500" b="1">
                <a:solidFill>
                  <a:srgbClr val="536B7C"/>
                </a:solidFill>
                <a:latin typeface="Arial"/>
                <a:ea typeface="Arial"/>
                <a:cs typeface="Arial"/>
              </a:defRPr>
            </a:lvl9pPr>
          </a:lstStyle>
          <a:p xmlns:a="http://schemas.openxmlformats.org/drawingml/2006/main">
            <a:pPr algn="l">
              <a:buNone/>
              <a:defRPr sz="1500" b="1">
                <a:solidFill>
                  <a:srgbClr val="536B7C"/>
                </a:solidFill>
                <a:latin typeface="Arial"/>
                <a:ea typeface="Arial"/>
                <a:cs typeface="Arial"/>
              </a:defRPr>
            </a:pPr>
            <a:r>
              <a:rPr sz="1500" b="1">
                <a:solidFill>
                  <a:srgbClr val="536B7C"/>
                </a:solidFill>
                <a:latin typeface="Arial"/>
                <a:ea typeface="Arial"/>
                <a:cs typeface="Arial"/>
              </a:rPr>
              <a:t>REFERENCE FACT IDs</a:t>
            </a:r>
          </a:p>
        </p:txBody>
      </p:sp>
      <p:sp>
        <p:nvSpPr>
          <p:cNvPr id="9" name="">
            <a:extLst xmlns:a="http://schemas.openxmlformats.org/drawingml/2006/main">
              <a:ext uri="{FF2B5EF4-FFF2-40B4-BE49-F238E27FC236}">
                <a16:creationId xmlns:a16="http://schemas.microsoft.com/office/drawing/2014/main" id="{CD933D54-1343-42DF-9852-088F4382190B}"/>
              </a:ext>
            </a:extLst>
          </p:cNvPr>
          <p:cNvSpPr>
            <a:spLocks xmlns:a="http://schemas.openxmlformats.org/drawingml/2006/main" noGrp="1"/>
          </p:cNvSpPr>
          <p:nvPr/>
        </p:nvSpPr>
        <p:spPr>
          <a:xfrm xmlns:a="http://schemas.openxmlformats.org/drawingml/2006/main">
            <a:off x="6477000" y="2733675"/>
            <a:ext cx="4762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212 / 215   to   205 / 215</a:t>
            </a:r>
          </a:p>
        </p:txBody>
      </p:sp>
      <p:sp>
        <p:nvSpPr>
          <p:cNvPr id="10" name="">
            <a:extLst xmlns:a="http://schemas.openxmlformats.org/drawingml/2006/main">
              <a:ext uri="{FF2B5EF4-FFF2-40B4-BE49-F238E27FC236}">
                <a16:creationId xmlns:a16="http://schemas.microsoft.com/office/drawing/2014/main" id="{B74B8934-4728-4BE0-920B-E7CB8C095AA3}"/>
              </a:ext>
            </a:extLst>
          </p:cNvPr>
          <p:cNvSpPr>
            <a:spLocks xmlns:a="http://schemas.openxmlformats.org/drawingml/2006/main" noGrp="1"/>
          </p:cNvSpPr>
          <p:nvPr/>
        </p:nvSpPr>
        <p:spPr>
          <a:xfrm xmlns:a="http://schemas.openxmlformats.org/drawingml/2006/main">
            <a:off x="6477000" y="3362325"/>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75" b="0">
                <a:solidFill>
                  <a:srgbClr val="536B7C"/>
                </a:solidFill>
                <a:latin typeface="Arial"/>
                <a:ea typeface="Arial"/>
                <a:cs typeface="Arial"/>
              </a:defRPr>
            </a:defPPr>
            <a:lvl1pPr algn="l">
              <a:buNone/>
              <a:defRPr sz="1575" b="0">
                <a:solidFill>
                  <a:srgbClr val="536B7C"/>
                </a:solidFill>
                <a:latin typeface="Arial"/>
                <a:ea typeface="Arial"/>
                <a:cs typeface="Arial"/>
              </a:defRPr>
            </a:lvl1pPr>
            <a:lvl2pPr algn="l">
              <a:buNone/>
              <a:defRPr sz="1575" b="0">
                <a:solidFill>
                  <a:srgbClr val="536B7C"/>
                </a:solidFill>
                <a:latin typeface="Arial"/>
                <a:ea typeface="Arial"/>
                <a:cs typeface="Arial"/>
              </a:defRPr>
            </a:lvl2pPr>
            <a:lvl3pPr algn="l">
              <a:buNone/>
              <a:defRPr sz="1575" b="0">
                <a:solidFill>
                  <a:srgbClr val="536B7C"/>
                </a:solidFill>
                <a:latin typeface="Arial"/>
                <a:ea typeface="Arial"/>
                <a:cs typeface="Arial"/>
              </a:defRPr>
            </a:lvl3pPr>
            <a:lvl4pPr algn="l">
              <a:buNone/>
              <a:defRPr sz="1575" b="0">
                <a:solidFill>
                  <a:srgbClr val="536B7C"/>
                </a:solidFill>
                <a:latin typeface="Arial"/>
                <a:ea typeface="Arial"/>
                <a:cs typeface="Arial"/>
              </a:defRPr>
            </a:lvl4pPr>
            <a:lvl5pPr algn="l">
              <a:buNone/>
              <a:defRPr sz="1575" b="0">
                <a:solidFill>
                  <a:srgbClr val="536B7C"/>
                </a:solidFill>
                <a:latin typeface="Arial"/>
                <a:ea typeface="Arial"/>
                <a:cs typeface="Arial"/>
              </a:defRPr>
            </a:lvl5pPr>
            <a:lvl6pPr algn="l">
              <a:buNone/>
              <a:defRPr sz="1575" b="0">
                <a:solidFill>
                  <a:srgbClr val="536B7C"/>
                </a:solidFill>
                <a:latin typeface="Arial"/>
                <a:ea typeface="Arial"/>
                <a:cs typeface="Arial"/>
              </a:defRPr>
            </a:lvl6pPr>
            <a:lvl7pPr algn="l">
              <a:buNone/>
              <a:defRPr sz="1575" b="0">
                <a:solidFill>
                  <a:srgbClr val="536B7C"/>
                </a:solidFill>
                <a:latin typeface="Arial"/>
                <a:ea typeface="Arial"/>
                <a:cs typeface="Arial"/>
              </a:defRPr>
            </a:lvl7pPr>
            <a:lvl8pPr algn="l">
              <a:buNone/>
              <a:defRPr sz="1575" b="0">
                <a:solidFill>
                  <a:srgbClr val="536B7C"/>
                </a:solidFill>
                <a:latin typeface="Arial"/>
                <a:ea typeface="Arial"/>
                <a:cs typeface="Arial"/>
              </a:defRPr>
            </a:lvl8pPr>
            <a:lvl9pPr algn="l">
              <a:buNone/>
              <a:defRPr sz="1575" b="0">
                <a:solidFill>
                  <a:srgbClr val="536B7C"/>
                </a:solidFill>
                <a:latin typeface="Arial"/>
                <a:ea typeface="Arial"/>
                <a:cs typeface="Arial"/>
              </a:defRPr>
            </a:lvl9pPr>
          </a:lstStyle>
          <a:p xmlns:a="http://schemas.openxmlformats.org/drawingml/2006/main">
            <a:pPr algn="l">
              <a:buNone/>
              <a:defRPr sz="1575" b="0">
                <a:solidFill>
                  <a:srgbClr val="536B7C"/>
                </a:solidFill>
                <a:latin typeface="Arial"/>
                <a:ea typeface="Arial"/>
                <a:cs typeface="Arial"/>
              </a:defRPr>
            </a:pPr>
            <a:r>
              <a:rPr sz="1575" b="0">
                <a:solidFill>
                  <a:srgbClr val="536B7C"/>
                </a:solidFill>
                <a:latin typeface="Arial"/>
                <a:ea typeface="Arial"/>
                <a:cs typeface="Arial"/>
              </a:rPr>
              <a:t>98.6% to 95.3%</a:t>
            </a:r>
          </a:p>
        </p:txBody>
      </p:sp>
      <p:sp>
        <p:nvSpPr>
          <p:cNvPr id="11" name="">
            <a:extLst xmlns:a="http://schemas.openxmlformats.org/drawingml/2006/main">
              <a:ext uri="{FF2B5EF4-FFF2-40B4-BE49-F238E27FC236}">
                <a16:creationId xmlns:a16="http://schemas.microsoft.com/office/drawing/2014/main" id="{21CB7DCC-A18D-4021-A310-14ABC0DB9D64}"/>
              </a:ext>
            </a:extLst>
          </p:cNvPr>
          <p:cNvSpPr>
            <a:spLocks xmlns:a="http://schemas.openxmlformats.org/drawingml/2006/main" noGrp="1"/>
          </p:cNvSpPr>
          <p:nvPr/>
        </p:nvSpPr>
        <p:spPr>
          <a:xfrm xmlns:a="http://schemas.openxmlformats.org/drawingml/2006/main">
            <a:off x="714375" y="4286250"/>
            <a:ext cx="10477500" cy="1000125"/>
          </a:xfrm>
          <a:prstGeom xmlns:a="http://schemas.openxmlformats.org/drawingml/2006/main" prst="rect">
            <a:avLst/>
          </a:prstGeom>
          <a:solidFill xmlns:a="http://schemas.openxmlformats.org/drawingml/2006/main">
            <a:srgbClr val="DDF0E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E0B65A4-4EB1-4236-8E11-1451DB3F0704}"/>
              </a:ext>
            </a:extLst>
          </p:cNvPr>
          <p:cNvSpPr>
            <a:spLocks xmlns:a="http://schemas.openxmlformats.org/drawingml/2006/main" noGrp="1"/>
          </p:cNvSpPr>
          <p:nvPr/>
        </p:nvSpPr>
        <p:spPr>
          <a:xfrm xmlns:a="http://schemas.openxmlformats.org/drawingml/2006/main">
            <a:off x="952500" y="4457700"/>
            <a:ext cx="1000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152B3C"/>
                </a:solidFill>
                <a:latin typeface="Arial"/>
                <a:ea typeface="Arial"/>
                <a:cs typeface="Arial"/>
              </a:defRPr>
            </a:defPPr>
            <a:lvl1pPr algn="l">
              <a:buNone/>
              <a:defRPr sz="1425" b="0">
                <a:solidFill>
                  <a:srgbClr val="152B3C"/>
                </a:solidFill>
                <a:latin typeface="Arial"/>
                <a:ea typeface="Arial"/>
                <a:cs typeface="Arial"/>
              </a:defRPr>
            </a:lvl1pPr>
            <a:lvl2pPr algn="l">
              <a:buNone/>
              <a:defRPr sz="1425" b="0">
                <a:solidFill>
                  <a:srgbClr val="152B3C"/>
                </a:solidFill>
                <a:latin typeface="Arial"/>
                <a:ea typeface="Arial"/>
                <a:cs typeface="Arial"/>
              </a:defRPr>
            </a:lvl2pPr>
            <a:lvl3pPr algn="l">
              <a:buNone/>
              <a:defRPr sz="1425" b="0">
                <a:solidFill>
                  <a:srgbClr val="152B3C"/>
                </a:solidFill>
                <a:latin typeface="Arial"/>
                <a:ea typeface="Arial"/>
                <a:cs typeface="Arial"/>
              </a:defRPr>
            </a:lvl3pPr>
            <a:lvl4pPr algn="l">
              <a:buNone/>
              <a:defRPr sz="1425" b="0">
                <a:solidFill>
                  <a:srgbClr val="152B3C"/>
                </a:solidFill>
                <a:latin typeface="Arial"/>
                <a:ea typeface="Arial"/>
                <a:cs typeface="Arial"/>
              </a:defRPr>
            </a:lvl4pPr>
            <a:lvl5pPr algn="l">
              <a:buNone/>
              <a:defRPr sz="1425" b="0">
                <a:solidFill>
                  <a:srgbClr val="152B3C"/>
                </a:solidFill>
                <a:latin typeface="Arial"/>
                <a:ea typeface="Arial"/>
                <a:cs typeface="Arial"/>
              </a:defRPr>
            </a:lvl5pPr>
            <a:lvl6pPr algn="l">
              <a:buNone/>
              <a:defRPr sz="1425" b="0">
                <a:solidFill>
                  <a:srgbClr val="152B3C"/>
                </a:solidFill>
                <a:latin typeface="Arial"/>
                <a:ea typeface="Arial"/>
                <a:cs typeface="Arial"/>
              </a:defRPr>
            </a:lvl6pPr>
            <a:lvl7pPr algn="l">
              <a:buNone/>
              <a:defRPr sz="1425" b="0">
                <a:solidFill>
                  <a:srgbClr val="152B3C"/>
                </a:solidFill>
                <a:latin typeface="Arial"/>
                <a:ea typeface="Arial"/>
                <a:cs typeface="Arial"/>
              </a:defRPr>
            </a:lvl7pPr>
            <a:lvl8pPr algn="l">
              <a:buNone/>
              <a:defRPr sz="1425" b="0">
                <a:solidFill>
                  <a:srgbClr val="152B3C"/>
                </a:solidFill>
                <a:latin typeface="Arial"/>
                <a:ea typeface="Arial"/>
                <a:cs typeface="Arial"/>
              </a:defRPr>
            </a:lvl8pPr>
            <a:lvl9pPr algn="l">
              <a:buNone/>
              <a:defRPr sz="1425" b="0">
                <a:solidFill>
                  <a:srgbClr val="152B3C"/>
                </a:solidFill>
                <a:latin typeface="Arial"/>
                <a:ea typeface="Arial"/>
                <a:cs typeface="Arial"/>
              </a:defRPr>
            </a:lvl9pPr>
          </a:lstStyle>
          <a:p xmlns:a="http://schemas.openxmlformats.org/drawingml/2006/main">
            <a:pPr algn="l">
              <a:buNone/>
              <a:defRPr sz="1425" b="0">
                <a:solidFill>
                  <a:srgbClr val="152B3C"/>
                </a:solidFill>
                <a:latin typeface="Arial"/>
                <a:ea typeface="Arial"/>
                <a:cs typeface="Arial"/>
              </a:defRPr>
            </a:pPr>
            <a:r>
              <a:rPr sz="1425" b="0">
                <a:solidFill>
                  <a:srgbClr val="152B3C"/>
                </a:solidFill>
                <a:latin typeface="Arial"/>
                <a:ea typeface="Arial"/>
                <a:cs typeface="Arial"/>
              </a:rPr>
              <a:t>ID matches can be partial; six human-reviewed relations have disputed meanings. Three incomplete histories are excluded.</a:t>
            </a:r>
          </a:p>
        </p:txBody>
      </p:sp>
      <p:sp>
        <p:nvSpPr>
          <p:cNvPr id="13" name="">
            <a:extLst xmlns:a="http://schemas.openxmlformats.org/drawingml/2006/main">
              <a:ext uri="{FF2B5EF4-FFF2-40B4-BE49-F238E27FC236}">
                <a16:creationId xmlns:a16="http://schemas.microsoft.com/office/drawing/2014/main" id="{51A3BEFF-4AE3-4C43-9C66-6CB4B8EB1808}"/>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6F1F512-0BD3-4963-B33E-D4A72EDAE65C}"/>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Selected synthetic histories · reviewed reference is not exhaustive · ID matching is not strict recall.</a:t>
            </a:r>
          </a:p>
        </p:txBody>
      </p:sp>
    </p:spTree>
    <p:extLst>
      <p:ext uri="{BB962C8B-B14F-4D97-AF65-F5344CB8AC3E}">
        <p14:creationId xmlns:p14="http://schemas.microsoft.com/office/powerpoint/2010/main" val="43592472"/>
      </p:ext>
    </p:extLst>
  </p:cSld>
</p:sld>
</file>

<file path=ppt/slides/slide11.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5888BA1-E6D4-4041-AA18-E3B5A7FF0275}"/>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CA5FDF-5DDF-4DD8-9DCA-967E526BEC08}"/>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4     •     11</a:t>
            </a:r>
          </a:p>
        </p:txBody>
      </p:sp>
      <p:sp>
        <p:nvSpPr>
          <p:cNvPr id="3" name="">
            <a:extLst xmlns:a="http://schemas.openxmlformats.org/drawingml/2006/main">
              <a:ext uri="{FF2B5EF4-FFF2-40B4-BE49-F238E27FC236}">
                <a16:creationId xmlns:a16="http://schemas.microsoft.com/office/drawing/2014/main" id="{F7E99BAA-9DC3-43C1-9433-934CD0575FCC}"/>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AC2: more valid questions, but many remain invalid</a:t>
            </a:r>
          </a:p>
        </p:txBody>
      </p:sp>
      <p:sp>
        <p:nvSpPr>
          <p:cNvPr id="4" name="">
            <a:extLst xmlns:a="http://schemas.openxmlformats.org/drawingml/2006/main">
              <a:ext uri="{FF2B5EF4-FFF2-40B4-BE49-F238E27FC236}">
                <a16:creationId xmlns:a16="http://schemas.microsoft.com/office/drawing/2014/main" id="{ED12B8D7-ED1C-4B23-8F9D-79189D369749}"/>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Both versions were reviewed against the same selected histories.</a:t>
            </a:r>
          </a:p>
        </p:txBody>
      </p:sp>
      <p:sp>
        <p:nvSpPr>
          <p:cNvPr id="5" name="">
            <a:extLst xmlns:a="http://schemas.openxmlformats.org/drawingml/2006/main">
              <a:ext uri="{FF2B5EF4-FFF2-40B4-BE49-F238E27FC236}">
                <a16:creationId xmlns:a16="http://schemas.microsoft.com/office/drawing/2014/main" id="{CAC41D73-95B6-4FC7-8F69-2C3620B98362}"/>
              </a:ext>
            </a:extLst>
          </p:cNvPr>
          <p:cNvSpPr>
            <a:spLocks xmlns:a="http://schemas.openxmlformats.org/drawingml/2006/main" noGrp="1"/>
          </p:cNvSpPr>
          <p:nvPr/>
        </p:nvSpPr>
        <p:spPr>
          <a:xfrm xmlns:a="http://schemas.openxmlformats.org/drawingml/2006/main">
            <a:off x="714375" y="23812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Earlier generator</a:t>
            </a:r>
          </a:p>
        </p:txBody>
      </p:sp>
      <p:sp>
        <p:nvSpPr>
          <p:cNvPr id="6" name="">
            <a:extLst xmlns:a="http://schemas.openxmlformats.org/drawingml/2006/main">
              <a:ext uri="{FF2B5EF4-FFF2-40B4-BE49-F238E27FC236}">
                <a16:creationId xmlns:a16="http://schemas.microsoft.com/office/drawing/2014/main" id="{3AF41FA5-C820-47A3-B0AB-42D1B7616C29}"/>
              </a:ext>
            </a:extLst>
          </p:cNvPr>
          <p:cNvSpPr>
            <a:spLocks xmlns:a="http://schemas.openxmlformats.org/drawingml/2006/main" noGrp="1"/>
          </p:cNvSpPr>
          <p:nvPr/>
        </p:nvSpPr>
        <p:spPr>
          <a:xfrm xmlns:a="http://schemas.openxmlformats.org/drawingml/2006/main">
            <a:off x="4953000" y="2457450"/>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4E05A73-53FC-4E6F-B8BE-5CF0DA41C433}"/>
              </a:ext>
            </a:extLst>
          </p:cNvPr>
          <p:cNvSpPr>
            <a:spLocks xmlns:a="http://schemas.openxmlformats.org/drawingml/2006/main" noGrp="1"/>
          </p:cNvSpPr>
          <p:nvPr/>
        </p:nvSpPr>
        <p:spPr>
          <a:xfrm xmlns:a="http://schemas.openxmlformats.org/drawingml/2006/main">
            <a:off x="4953000" y="2457450"/>
            <a:ext cx="2231939"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D9B1EF9-96E6-4073-8859-9DD6E402548F}"/>
              </a:ext>
            </a:extLst>
          </p:cNvPr>
          <p:cNvSpPr>
            <a:spLocks xmlns:a="http://schemas.openxmlformats.org/drawingml/2006/main" noGrp="1"/>
          </p:cNvSpPr>
          <p:nvPr/>
        </p:nvSpPr>
        <p:spPr>
          <a:xfrm xmlns:a="http://schemas.openxmlformats.org/drawingml/2006/main">
            <a:off x="9858375" y="23717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51 / 111  ·  45.9%</a:t>
            </a:r>
          </a:p>
        </p:txBody>
      </p:sp>
      <p:sp>
        <p:nvSpPr>
          <p:cNvPr id="9" name="">
            <a:extLst xmlns:a="http://schemas.openxmlformats.org/drawingml/2006/main">
              <a:ext uri="{FF2B5EF4-FFF2-40B4-BE49-F238E27FC236}">
                <a16:creationId xmlns:a16="http://schemas.microsoft.com/office/drawing/2014/main" id="{4241E4A6-D2AB-4187-8258-570CC2AB6A2B}"/>
              </a:ext>
            </a:extLst>
          </p:cNvPr>
          <p:cNvSpPr>
            <a:spLocks xmlns:a="http://schemas.openxmlformats.org/drawingml/2006/main" noGrp="1"/>
          </p:cNvSpPr>
          <p:nvPr/>
        </p:nvSpPr>
        <p:spPr>
          <a:xfrm xmlns:a="http://schemas.openxmlformats.org/drawingml/2006/main">
            <a:off x="714375" y="33337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Newer generator</a:t>
            </a:r>
          </a:p>
        </p:txBody>
      </p:sp>
      <p:sp>
        <p:nvSpPr>
          <p:cNvPr id="10" name="">
            <a:extLst xmlns:a="http://schemas.openxmlformats.org/drawingml/2006/main">
              <a:ext uri="{FF2B5EF4-FFF2-40B4-BE49-F238E27FC236}">
                <a16:creationId xmlns:a16="http://schemas.microsoft.com/office/drawing/2014/main" id="{A5E2DB14-9762-49F1-B0D3-2249FC47BE4C}"/>
              </a:ext>
            </a:extLst>
          </p:cNvPr>
          <p:cNvSpPr>
            <a:spLocks xmlns:a="http://schemas.openxmlformats.org/drawingml/2006/main" noGrp="1"/>
          </p:cNvSpPr>
          <p:nvPr/>
        </p:nvSpPr>
        <p:spPr>
          <a:xfrm xmlns:a="http://schemas.openxmlformats.org/drawingml/2006/main">
            <a:off x="4953000" y="3409950"/>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3902CF6-C87F-4971-8DCF-23956B9C3BA9}"/>
              </a:ext>
            </a:extLst>
          </p:cNvPr>
          <p:cNvSpPr>
            <a:spLocks xmlns:a="http://schemas.openxmlformats.org/drawingml/2006/main" noGrp="1"/>
          </p:cNvSpPr>
          <p:nvPr/>
        </p:nvSpPr>
        <p:spPr>
          <a:xfrm xmlns:a="http://schemas.openxmlformats.org/drawingml/2006/main">
            <a:off x="4953000" y="3409950"/>
            <a:ext cx="2615712"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A100172-F5FC-43B0-AB95-6F357DD33C6E}"/>
              </a:ext>
            </a:extLst>
          </p:cNvPr>
          <p:cNvSpPr>
            <a:spLocks xmlns:a="http://schemas.openxmlformats.org/drawingml/2006/main" noGrp="1"/>
          </p:cNvSpPr>
          <p:nvPr/>
        </p:nvSpPr>
        <p:spPr>
          <a:xfrm xmlns:a="http://schemas.openxmlformats.org/drawingml/2006/main">
            <a:off x="9858375" y="33242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63 / 117  ·  53.8%</a:t>
            </a:r>
          </a:p>
        </p:txBody>
      </p:sp>
      <p:sp>
        <p:nvSpPr>
          <p:cNvPr id="13" name="">
            <a:extLst xmlns:a="http://schemas.openxmlformats.org/drawingml/2006/main">
              <a:ext uri="{FF2B5EF4-FFF2-40B4-BE49-F238E27FC236}">
                <a16:creationId xmlns:a16="http://schemas.microsoft.com/office/drawing/2014/main" id="{68F34AEA-6803-489A-92FD-7B2E11C0A513}"/>
              </a:ext>
            </a:extLst>
          </p:cNvPr>
          <p:cNvSpPr>
            <a:spLocks xmlns:a="http://schemas.openxmlformats.org/drawingml/2006/main" noGrp="1"/>
          </p:cNvSpPr>
          <p:nvPr/>
        </p:nvSpPr>
        <p:spPr>
          <a:xfrm xmlns:a="http://schemas.openxmlformats.org/drawingml/2006/main">
            <a:off x="723900" y="4095750"/>
            <a:ext cx="10572750" cy="1524000"/>
          </a:xfrm>
          <a:prstGeom xmlns:a="http://schemas.openxmlformats.org/drawingml/2006/main" prst="rect">
            <a:avLst/>
          </a:prstGeom>
          <a:solidFill xmlns:a="http://schemas.openxmlformats.org/drawingml/2006/main">
            <a:srgbClr val="F5E9D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7C5CB06-E0A0-4CBA-8C78-AF348E258773}"/>
              </a:ext>
            </a:extLst>
          </p:cNvPr>
          <p:cNvSpPr>
            <a:spLocks xmlns:a="http://schemas.openxmlformats.org/drawingml/2006/main" noGrp="1"/>
          </p:cNvSpPr>
          <p:nvPr/>
        </p:nvSpPr>
        <p:spPr>
          <a:xfrm xmlns:a="http://schemas.openxmlformats.org/drawingml/2006/main">
            <a:off x="962025" y="4219575"/>
            <a:ext cx="10096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1">
                <a:solidFill>
                  <a:srgbClr val="152B3C"/>
                </a:solidFill>
                <a:latin typeface="Arial"/>
                <a:ea typeface="Arial"/>
                <a:cs typeface="Arial"/>
              </a:defRPr>
            </a:defPPr>
            <a:lvl1pPr algn="l">
              <a:buNone/>
              <a:defRPr sz="1500" b="1">
                <a:solidFill>
                  <a:srgbClr val="152B3C"/>
                </a:solidFill>
                <a:latin typeface="Arial"/>
                <a:ea typeface="Arial"/>
                <a:cs typeface="Arial"/>
              </a:defRPr>
            </a:lvl1pPr>
            <a:lvl2pPr algn="l">
              <a:buNone/>
              <a:defRPr sz="1500" b="1">
                <a:solidFill>
                  <a:srgbClr val="152B3C"/>
                </a:solidFill>
                <a:latin typeface="Arial"/>
                <a:ea typeface="Arial"/>
                <a:cs typeface="Arial"/>
              </a:defRPr>
            </a:lvl2pPr>
            <a:lvl3pPr algn="l">
              <a:buNone/>
              <a:defRPr sz="1500" b="1">
                <a:solidFill>
                  <a:srgbClr val="152B3C"/>
                </a:solidFill>
                <a:latin typeface="Arial"/>
                <a:ea typeface="Arial"/>
                <a:cs typeface="Arial"/>
              </a:defRPr>
            </a:lvl3pPr>
            <a:lvl4pPr algn="l">
              <a:buNone/>
              <a:defRPr sz="1500" b="1">
                <a:solidFill>
                  <a:srgbClr val="152B3C"/>
                </a:solidFill>
                <a:latin typeface="Arial"/>
                <a:ea typeface="Arial"/>
                <a:cs typeface="Arial"/>
              </a:defRPr>
            </a:lvl4pPr>
            <a:lvl5pPr algn="l">
              <a:buNone/>
              <a:defRPr sz="1500" b="1">
                <a:solidFill>
                  <a:srgbClr val="152B3C"/>
                </a:solidFill>
                <a:latin typeface="Arial"/>
                <a:ea typeface="Arial"/>
                <a:cs typeface="Arial"/>
              </a:defRPr>
            </a:lvl5pPr>
            <a:lvl6pPr algn="l">
              <a:buNone/>
              <a:defRPr sz="1500" b="1">
                <a:solidFill>
                  <a:srgbClr val="152B3C"/>
                </a:solidFill>
                <a:latin typeface="Arial"/>
                <a:ea typeface="Arial"/>
                <a:cs typeface="Arial"/>
              </a:defRPr>
            </a:lvl6pPr>
            <a:lvl7pPr algn="l">
              <a:buNone/>
              <a:defRPr sz="1500" b="1">
                <a:solidFill>
                  <a:srgbClr val="152B3C"/>
                </a:solidFill>
                <a:latin typeface="Arial"/>
                <a:ea typeface="Arial"/>
                <a:cs typeface="Arial"/>
              </a:defRPr>
            </a:lvl7pPr>
            <a:lvl8pPr algn="l">
              <a:buNone/>
              <a:defRPr sz="1500" b="1">
                <a:solidFill>
                  <a:srgbClr val="152B3C"/>
                </a:solidFill>
                <a:latin typeface="Arial"/>
                <a:ea typeface="Arial"/>
                <a:cs typeface="Arial"/>
              </a:defRPr>
            </a:lvl8pPr>
            <a:lvl9pPr algn="l">
              <a:buNone/>
              <a:defRPr sz="1500" b="1">
                <a:solidFill>
                  <a:srgbClr val="152B3C"/>
                </a:solidFill>
                <a:latin typeface="Arial"/>
                <a:ea typeface="Arial"/>
                <a:cs typeface="Arial"/>
              </a:defRPr>
            </a:lvl9pPr>
          </a:lstStyle>
          <a:p xmlns:a="http://schemas.openxmlformats.org/drawingml/2006/main">
            <a:pPr algn="l">
              <a:buNone/>
              <a:defRPr sz="1500" b="1">
                <a:solidFill>
                  <a:srgbClr val="152B3C"/>
                </a:solidFill>
                <a:latin typeface="Arial"/>
                <a:ea typeface="Arial"/>
                <a:cs typeface="Arial"/>
              </a:defRPr>
            </a:pPr>
            <a:r>
              <a:rPr sz="1500" b="1">
                <a:solidFill>
                  <a:srgbClr val="152B3C"/>
                </a:solidFill>
                <a:latin typeface="Arial"/>
                <a:ea typeface="Arial"/>
                <a:cs typeface="Arial"/>
              </a:rPr>
              <a:t>54 / 117 newer questions were invalid; 37 passed the old gate.</a:t>
            </a:r>
          </a:p>
          <a:p xmlns:a="http://schemas.openxmlformats.org/drawingml/2006/main">
            <a:pPr algn="l">
              <a:buNone/>
              <a:defRPr sz="1500" b="1">
                <a:solidFill>
                  <a:srgbClr val="152B3C"/>
                </a:solidFill>
                <a:latin typeface="Arial"/>
                <a:ea typeface="Arial"/>
                <a:cs typeface="Arial"/>
              </a:defRPr>
            </a:pPr>
            <a:r>
              <a:rPr sz="1500" b="1">
                <a:solidFill>
                  <a:srgbClr val="152B3C"/>
                </a:solidFill>
                <a:latin typeface="Arial"/>
                <a:ea typeface="Arial"/>
                <a:cs typeface="Arial"/>
              </a:rPr>
              <a:t>Scope review sent all 37 for review; it also flagged 53 valid questions.</a:t>
            </a:r>
          </a:p>
          <a:p xmlns:a="http://schemas.openxmlformats.org/drawingml/2006/main">
            <a:pPr algn="l">
              <a:buNone/>
              <a:defRPr sz="1500" b="1">
                <a:solidFill>
                  <a:srgbClr val="152B3C"/>
                </a:solidFill>
                <a:latin typeface="Arial"/>
                <a:ea typeface="Arial"/>
                <a:cs typeface="Arial"/>
              </a:defRPr>
            </a:pPr>
            <a:r>
              <a:rPr sz="1500" b="1">
                <a:solidFill>
                  <a:srgbClr val="152B3C"/>
                </a:solidFill>
                <a:latin typeface="Arial"/>
                <a:ea typeface="Arial"/>
                <a:cs typeface="Arial"/>
              </a:rPr>
              <a:t>0 invalid accepted in this replay. Human review burden remains high.</a:t>
            </a:r>
          </a:p>
        </p:txBody>
      </p:sp>
      <p:sp>
        <p:nvSpPr>
          <p:cNvPr id="15" name="">
            <a:extLst xmlns:a="http://schemas.openxmlformats.org/drawingml/2006/main">
              <a:ext uri="{FF2B5EF4-FFF2-40B4-BE49-F238E27FC236}">
                <a16:creationId xmlns:a16="http://schemas.microsoft.com/office/drawing/2014/main" id="{625A0354-B2FE-4622-81A5-A759612159BC}"/>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0DCCF49-0E0C-4DDF-91DE-F51F9C30DB54}"/>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30 related synthetic histories · retrospective replay, not independent validation.</a:t>
            </a:r>
          </a:p>
        </p:txBody>
      </p:sp>
    </p:spTree>
    <p:extLst>
      <p:ext uri="{BB962C8B-B14F-4D97-AF65-F5344CB8AC3E}">
        <p14:creationId xmlns:p14="http://schemas.microsoft.com/office/powerpoint/2010/main" val="1626620804"/>
      </p:ext>
    </p:extLst>
  </p:cSld>
</p:sld>
</file>

<file path=ppt/slides/slide12.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D6361DC-4B13-491A-8170-698B5E470DD2}"/>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57CACB-F770-4EBC-A4F8-1077BD0628F5}"/>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4     •     12</a:t>
            </a:r>
          </a:p>
        </p:txBody>
      </p:sp>
      <p:sp>
        <p:nvSpPr>
          <p:cNvPr id="3" name="">
            <a:extLst xmlns:a="http://schemas.openxmlformats.org/drawingml/2006/main">
              <a:ext uri="{FF2B5EF4-FFF2-40B4-BE49-F238E27FC236}">
                <a16:creationId xmlns:a16="http://schemas.microsoft.com/office/drawing/2014/main" id="{5CB1BAFB-B654-4822-AC04-1DB8DFA16FA5}"/>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Diagnosis, repair and retest</a:t>
            </a:r>
          </a:p>
        </p:txBody>
      </p:sp>
      <p:sp>
        <p:nvSpPr>
          <p:cNvPr id="4" name="">
            <a:extLst xmlns:a="http://schemas.openxmlformats.org/drawingml/2006/main">
              <a:ext uri="{FF2B5EF4-FFF2-40B4-BE49-F238E27FC236}">
                <a16:creationId xmlns:a16="http://schemas.microsoft.com/office/drawing/2014/main" id="{692A7EF6-89CF-4AF9-84D6-BDF7B7E5279F}"/>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A saved synthetic example shows the complete workflow.</a:t>
            </a:r>
          </a:p>
        </p:txBody>
      </p:sp>
      <p:sp>
        <p:nvSpPr>
          <p:cNvPr id="5" name="">
            <a:extLst xmlns:a="http://schemas.openxmlformats.org/drawingml/2006/main">
              <a:ext uri="{FF2B5EF4-FFF2-40B4-BE49-F238E27FC236}">
                <a16:creationId xmlns:a16="http://schemas.microsoft.com/office/drawing/2014/main" id="{594EC046-854D-4068-88F5-5FDDB0980772}"/>
              </a:ext>
            </a:extLst>
          </p:cNvPr>
          <p:cNvSpPr>
            <a:spLocks xmlns:a="http://schemas.openxmlformats.org/drawingml/2006/main" noGrp="1"/>
          </p:cNvSpPr>
          <p:nvPr/>
        </p:nvSpPr>
        <p:spPr>
          <a:xfrm xmlns:a="http://schemas.openxmlformats.org/drawingml/2006/main">
            <a:off x="619125" y="2047875"/>
            <a:ext cx="3333750" cy="2143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60797B2-57AC-4F4B-BF53-0FE00FD7E160}"/>
              </a:ext>
            </a:extLst>
          </p:cNvPr>
          <p:cNvSpPr>
            <a:spLocks xmlns:a="http://schemas.openxmlformats.org/drawingml/2006/main" noGrp="1"/>
          </p:cNvSpPr>
          <p:nvPr/>
        </p:nvSpPr>
        <p:spPr>
          <a:xfrm xmlns:a="http://schemas.openxmlformats.org/drawingml/2006/main">
            <a:off x="619125" y="2047875"/>
            <a:ext cx="47625" cy="21431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FB684EA-983D-4323-948A-7CD3D61654CA}"/>
              </a:ext>
            </a:extLst>
          </p:cNvPr>
          <p:cNvSpPr>
            <a:spLocks xmlns:a="http://schemas.openxmlformats.org/drawingml/2006/main" noGrp="1"/>
          </p:cNvSpPr>
          <p:nvPr/>
        </p:nvSpPr>
        <p:spPr>
          <a:xfrm xmlns:a="http://schemas.openxmlformats.org/drawingml/2006/main">
            <a:off x="809625" y="2219325"/>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1  DIAGNOSE</a:t>
            </a:r>
          </a:p>
        </p:txBody>
      </p:sp>
      <p:sp>
        <p:nvSpPr>
          <p:cNvPr id="8" name="">
            <a:extLst xmlns:a="http://schemas.openxmlformats.org/drawingml/2006/main">
              <a:ext uri="{FF2B5EF4-FFF2-40B4-BE49-F238E27FC236}">
                <a16:creationId xmlns:a16="http://schemas.microsoft.com/office/drawing/2014/main" id="{5F20D69A-D4F8-45D5-AE99-0FFCD88A51AF}"/>
              </a:ext>
            </a:extLst>
          </p:cNvPr>
          <p:cNvSpPr>
            <a:spLocks xmlns:a="http://schemas.openxmlformats.org/drawingml/2006/main" noGrp="1"/>
          </p:cNvSpPr>
          <p:nvPr/>
        </p:nvSpPr>
        <p:spPr>
          <a:xfrm xmlns:a="http://schemas.openxmlformats.org/drawingml/2006/main">
            <a:off x="809625" y="2562225"/>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Missing facts</a:t>
            </a:r>
          </a:p>
        </p:txBody>
      </p:sp>
      <p:sp>
        <p:nvSpPr>
          <p:cNvPr id="9" name="">
            <a:extLst xmlns:a="http://schemas.openxmlformats.org/drawingml/2006/main">
              <a:ext uri="{FF2B5EF4-FFF2-40B4-BE49-F238E27FC236}">
                <a16:creationId xmlns:a16="http://schemas.microsoft.com/office/drawing/2014/main" id="{B1A634E5-4838-40CC-8B4B-DF8BA2B22E09}"/>
              </a:ext>
            </a:extLst>
          </p:cNvPr>
          <p:cNvSpPr>
            <a:spLocks xmlns:a="http://schemas.openxmlformats.org/drawingml/2006/main" noGrp="1"/>
          </p:cNvSpPr>
          <p:nvPr/>
        </p:nvSpPr>
        <p:spPr>
          <a:xfrm xmlns:a="http://schemas.openxmlformats.org/drawingml/2006/main">
            <a:off x="809625" y="3057525"/>
            <a:ext cx="2952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Inspect answer-time evidence to identify the retrieval problem.</a:t>
            </a:r>
          </a:p>
        </p:txBody>
      </p:sp>
      <p:sp>
        <p:nvSpPr>
          <p:cNvPr id="10" name="">
            <a:extLst xmlns:a="http://schemas.openxmlformats.org/drawingml/2006/main">
              <a:ext uri="{FF2B5EF4-FFF2-40B4-BE49-F238E27FC236}">
                <a16:creationId xmlns:a16="http://schemas.microsoft.com/office/drawing/2014/main" id="{66343B22-6C14-4CB0-83CD-80FC80ED4907}"/>
              </a:ext>
            </a:extLst>
          </p:cNvPr>
          <p:cNvSpPr>
            <a:spLocks xmlns:a="http://schemas.openxmlformats.org/drawingml/2006/main" noGrp="1"/>
          </p:cNvSpPr>
          <p:nvPr/>
        </p:nvSpPr>
        <p:spPr>
          <a:xfrm xmlns:a="http://schemas.openxmlformats.org/drawingml/2006/main">
            <a:off x="4381500" y="2047875"/>
            <a:ext cx="3333750" cy="2143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F9ED818-97BE-4355-8217-6B95BC2B42C2}"/>
              </a:ext>
            </a:extLst>
          </p:cNvPr>
          <p:cNvSpPr>
            <a:spLocks xmlns:a="http://schemas.openxmlformats.org/drawingml/2006/main" noGrp="1"/>
          </p:cNvSpPr>
          <p:nvPr/>
        </p:nvSpPr>
        <p:spPr>
          <a:xfrm xmlns:a="http://schemas.openxmlformats.org/drawingml/2006/main">
            <a:off x="4381500" y="2047875"/>
            <a:ext cx="47625" cy="21431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5216A44-7294-43BC-96AB-8EAE5761BB4F}"/>
              </a:ext>
            </a:extLst>
          </p:cNvPr>
          <p:cNvSpPr>
            <a:spLocks xmlns:a="http://schemas.openxmlformats.org/drawingml/2006/main" noGrp="1"/>
          </p:cNvSpPr>
          <p:nvPr/>
        </p:nvSpPr>
        <p:spPr>
          <a:xfrm xmlns:a="http://schemas.openxmlformats.org/drawingml/2006/main">
            <a:off x="4572000" y="2219325"/>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2  REPAIR</a:t>
            </a:r>
          </a:p>
        </p:txBody>
      </p:sp>
      <p:sp>
        <p:nvSpPr>
          <p:cNvPr id="13" name="">
            <a:extLst xmlns:a="http://schemas.openxmlformats.org/drawingml/2006/main">
              <a:ext uri="{FF2B5EF4-FFF2-40B4-BE49-F238E27FC236}">
                <a16:creationId xmlns:a16="http://schemas.microsoft.com/office/drawing/2014/main" id="{709C4AE9-9D75-43C0-B6A0-325120DA5A48}"/>
              </a:ext>
            </a:extLst>
          </p:cNvPr>
          <p:cNvSpPr>
            <a:spLocks xmlns:a="http://schemas.openxmlformats.org/drawingml/2006/main" noGrp="1"/>
          </p:cNvSpPr>
          <p:nvPr/>
        </p:nvSpPr>
        <p:spPr>
          <a:xfrm xmlns:a="http://schemas.openxmlformats.org/drawingml/2006/main">
            <a:off x="4572000" y="2562225"/>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Change retrieval</a:t>
            </a:r>
          </a:p>
        </p:txBody>
      </p:sp>
      <p:sp>
        <p:nvSpPr>
          <p:cNvPr id="14" name="">
            <a:extLst xmlns:a="http://schemas.openxmlformats.org/drawingml/2006/main">
              <a:ext uri="{FF2B5EF4-FFF2-40B4-BE49-F238E27FC236}">
                <a16:creationId xmlns:a16="http://schemas.microsoft.com/office/drawing/2014/main" id="{C790FCC0-B6EF-4ECA-9900-4A29D001B0A5}"/>
              </a:ext>
            </a:extLst>
          </p:cNvPr>
          <p:cNvSpPr>
            <a:spLocks xmlns:a="http://schemas.openxmlformats.org/drawingml/2006/main" noGrp="1"/>
          </p:cNvSpPr>
          <p:nvPr/>
        </p:nvSpPr>
        <p:spPr>
          <a:xfrm xmlns:a="http://schemas.openxmlformats.org/drawingml/2006/main">
            <a:off x="4572000" y="3057525"/>
            <a:ext cx="2952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Try a targeted retrieval policy for the same task.</a:t>
            </a:r>
          </a:p>
        </p:txBody>
      </p:sp>
      <p:sp>
        <p:nvSpPr>
          <p:cNvPr id="15" name="">
            <a:extLst xmlns:a="http://schemas.openxmlformats.org/drawingml/2006/main">
              <a:ext uri="{FF2B5EF4-FFF2-40B4-BE49-F238E27FC236}">
                <a16:creationId xmlns:a16="http://schemas.microsoft.com/office/drawing/2014/main" id="{360FE5FD-362E-458F-99B8-5150589A1473}"/>
              </a:ext>
            </a:extLst>
          </p:cNvPr>
          <p:cNvSpPr>
            <a:spLocks xmlns:a="http://schemas.openxmlformats.org/drawingml/2006/main" noGrp="1"/>
          </p:cNvSpPr>
          <p:nvPr/>
        </p:nvSpPr>
        <p:spPr>
          <a:xfrm xmlns:a="http://schemas.openxmlformats.org/drawingml/2006/main">
            <a:off x="8143875" y="2047875"/>
            <a:ext cx="3333750" cy="2143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5896AE7-8B65-4187-9F3B-0EE33ADED89E}"/>
              </a:ext>
            </a:extLst>
          </p:cNvPr>
          <p:cNvSpPr>
            <a:spLocks xmlns:a="http://schemas.openxmlformats.org/drawingml/2006/main" noGrp="1"/>
          </p:cNvSpPr>
          <p:nvPr/>
        </p:nvSpPr>
        <p:spPr>
          <a:xfrm xmlns:a="http://schemas.openxmlformats.org/drawingml/2006/main">
            <a:off x="8143875" y="2047875"/>
            <a:ext cx="47625" cy="21431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7F99A98-DD9B-4936-A1BB-04FDCE779DA7}"/>
              </a:ext>
            </a:extLst>
          </p:cNvPr>
          <p:cNvSpPr>
            <a:spLocks xmlns:a="http://schemas.openxmlformats.org/drawingml/2006/main" noGrp="1"/>
          </p:cNvSpPr>
          <p:nvPr/>
        </p:nvSpPr>
        <p:spPr>
          <a:xfrm xmlns:a="http://schemas.openxmlformats.org/drawingml/2006/main">
            <a:off x="8334375" y="2219325"/>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3  RETEST</a:t>
            </a:r>
          </a:p>
        </p:txBody>
      </p:sp>
      <p:sp>
        <p:nvSpPr>
          <p:cNvPr id="18" name="">
            <a:extLst xmlns:a="http://schemas.openxmlformats.org/drawingml/2006/main">
              <a:ext uri="{FF2B5EF4-FFF2-40B4-BE49-F238E27FC236}">
                <a16:creationId xmlns:a16="http://schemas.microsoft.com/office/drawing/2014/main" id="{7E4ECFEC-C9D4-4869-BABF-8AF104492B81}"/>
              </a:ext>
            </a:extLst>
          </p:cNvPr>
          <p:cNvSpPr>
            <a:spLocks xmlns:a="http://schemas.openxmlformats.org/drawingml/2006/main" noGrp="1"/>
          </p:cNvSpPr>
          <p:nvPr/>
        </p:nvSpPr>
        <p:spPr>
          <a:xfrm xmlns:a="http://schemas.openxmlformats.org/drawingml/2006/main">
            <a:off x="8334375" y="2562225"/>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Same questions</a:t>
            </a:r>
          </a:p>
        </p:txBody>
      </p:sp>
      <p:sp>
        <p:nvSpPr>
          <p:cNvPr id="19" name="">
            <a:extLst xmlns:a="http://schemas.openxmlformats.org/drawingml/2006/main">
              <a:ext uri="{FF2B5EF4-FFF2-40B4-BE49-F238E27FC236}">
                <a16:creationId xmlns:a16="http://schemas.microsoft.com/office/drawing/2014/main" id="{6052B565-4755-47CA-90A7-9D2C6445CB1C}"/>
              </a:ext>
            </a:extLst>
          </p:cNvPr>
          <p:cNvSpPr>
            <a:spLocks xmlns:a="http://schemas.openxmlformats.org/drawingml/2006/main" noGrp="1"/>
          </p:cNvSpPr>
          <p:nvPr/>
        </p:nvSpPr>
        <p:spPr>
          <a:xfrm xmlns:a="http://schemas.openxmlformats.org/drawingml/2006/main">
            <a:off x="8334375" y="3057525"/>
            <a:ext cx="2952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Compare before and after using the shared test suite.</a:t>
            </a:r>
          </a:p>
        </p:txBody>
      </p:sp>
      <p:sp>
        <p:nvSpPr>
          <p:cNvPr id="20" name="">
            <a:extLst xmlns:a="http://schemas.openxmlformats.org/drawingml/2006/main">
              <a:ext uri="{FF2B5EF4-FFF2-40B4-BE49-F238E27FC236}">
                <a16:creationId xmlns:a16="http://schemas.microsoft.com/office/drawing/2014/main" id="{1FD8EE8F-3F86-49E5-BBDB-93E235C53551}"/>
              </a:ext>
            </a:extLst>
          </p:cNvPr>
          <p:cNvSpPr>
            <a:spLocks xmlns:a="http://schemas.openxmlformats.org/drawingml/2006/main" noGrp="1"/>
          </p:cNvSpPr>
          <p:nvPr/>
        </p:nvSpPr>
        <p:spPr>
          <a:xfrm xmlns:a="http://schemas.openxmlformats.org/drawingml/2006/main">
            <a:off x="704850" y="4638675"/>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875" b="1">
                <a:solidFill>
                  <a:srgbClr val="087F8C"/>
                </a:solidFill>
                <a:latin typeface="Arial"/>
                <a:ea typeface="Arial"/>
                <a:cs typeface="Arial"/>
              </a:defRPr>
            </a:defPPr>
            <a:lvl1pPr algn="l">
              <a:buNone/>
              <a:defRPr sz="1875" b="1">
                <a:solidFill>
                  <a:srgbClr val="087F8C"/>
                </a:solidFill>
                <a:latin typeface="Arial"/>
                <a:ea typeface="Arial"/>
                <a:cs typeface="Arial"/>
              </a:defRPr>
            </a:lvl1pPr>
            <a:lvl2pPr algn="l">
              <a:buNone/>
              <a:defRPr sz="1875" b="1">
                <a:solidFill>
                  <a:srgbClr val="087F8C"/>
                </a:solidFill>
                <a:latin typeface="Arial"/>
                <a:ea typeface="Arial"/>
                <a:cs typeface="Arial"/>
              </a:defRPr>
            </a:lvl2pPr>
            <a:lvl3pPr algn="l">
              <a:buNone/>
              <a:defRPr sz="1875" b="1">
                <a:solidFill>
                  <a:srgbClr val="087F8C"/>
                </a:solidFill>
                <a:latin typeface="Arial"/>
                <a:ea typeface="Arial"/>
                <a:cs typeface="Arial"/>
              </a:defRPr>
            </a:lvl3pPr>
            <a:lvl4pPr algn="l">
              <a:buNone/>
              <a:defRPr sz="1875" b="1">
                <a:solidFill>
                  <a:srgbClr val="087F8C"/>
                </a:solidFill>
                <a:latin typeface="Arial"/>
                <a:ea typeface="Arial"/>
                <a:cs typeface="Arial"/>
              </a:defRPr>
            </a:lvl4pPr>
            <a:lvl5pPr algn="l">
              <a:buNone/>
              <a:defRPr sz="1875" b="1">
                <a:solidFill>
                  <a:srgbClr val="087F8C"/>
                </a:solidFill>
                <a:latin typeface="Arial"/>
                <a:ea typeface="Arial"/>
                <a:cs typeface="Arial"/>
              </a:defRPr>
            </a:lvl5pPr>
            <a:lvl6pPr algn="l">
              <a:buNone/>
              <a:defRPr sz="1875" b="1">
                <a:solidFill>
                  <a:srgbClr val="087F8C"/>
                </a:solidFill>
                <a:latin typeface="Arial"/>
                <a:ea typeface="Arial"/>
                <a:cs typeface="Arial"/>
              </a:defRPr>
            </a:lvl6pPr>
            <a:lvl7pPr algn="l">
              <a:buNone/>
              <a:defRPr sz="1875" b="1">
                <a:solidFill>
                  <a:srgbClr val="087F8C"/>
                </a:solidFill>
                <a:latin typeface="Arial"/>
                <a:ea typeface="Arial"/>
                <a:cs typeface="Arial"/>
              </a:defRPr>
            </a:lvl7pPr>
            <a:lvl8pPr algn="l">
              <a:buNone/>
              <a:defRPr sz="1875" b="1">
                <a:solidFill>
                  <a:srgbClr val="087F8C"/>
                </a:solidFill>
                <a:latin typeface="Arial"/>
                <a:ea typeface="Arial"/>
                <a:cs typeface="Arial"/>
              </a:defRPr>
            </a:lvl8pPr>
            <a:lvl9pPr algn="l">
              <a:buNone/>
              <a:defRPr sz="1875" b="1">
                <a:solidFill>
                  <a:srgbClr val="087F8C"/>
                </a:solidFill>
                <a:latin typeface="Arial"/>
                <a:ea typeface="Arial"/>
                <a:cs typeface="Arial"/>
              </a:defRPr>
            </a:lvl9pPr>
          </a:lstStyle>
          <a:p xmlns:a="http://schemas.openxmlformats.org/drawingml/2006/main">
            <a:pPr algn="l">
              <a:buNone/>
              <a:defRPr sz="1875" b="1">
                <a:solidFill>
                  <a:srgbClr val="087F8C"/>
                </a:solidFill>
                <a:latin typeface="Arial"/>
                <a:ea typeface="Arial"/>
                <a:cs typeface="Arial"/>
              </a:defRPr>
            </a:pPr>
            <a:r>
              <a:rPr sz="1875" b="1">
                <a:solidFill>
                  <a:srgbClr val="087F8C"/>
                </a:solidFill>
                <a:latin typeface="Arial"/>
                <a:ea typeface="Arial"/>
                <a:cs typeface="Arial"/>
              </a:rPr>
              <a:t>Targeted repair: 1 / 6 to 3 / 6 on the shared decided questions</a:t>
            </a:r>
          </a:p>
        </p:txBody>
      </p:sp>
      <p:sp>
        <p:nvSpPr>
          <p:cNvPr id="21" name="">
            <a:extLst xmlns:a="http://schemas.openxmlformats.org/drawingml/2006/main">
              <a:ext uri="{FF2B5EF4-FFF2-40B4-BE49-F238E27FC236}">
                <a16:creationId xmlns:a16="http://schemas.microsoft.com/office/drawing/2014/main" id="{B1D8FB6D-F0A8-4DDE-AB48-51CCD24A390C}"/>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801F88F-374B-4E18-98A0-E336B15C7512}"/>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One synthetic history · automatic assessments · 5 of 24 answers uncertain; not a general causal claim.</a:t>
            </a:r>
          </a:p>
        </p:txBody>
      </p:sp>
    </p:spTree>
    <p:extLst>
      <p:ext uri="{BB962C8B-B14F-4D97-AF65-F5344CB8AC3E}">
        <p14:creationId xmlns:p14="http://schemas.microsoft.com/office/powerpoint/2010/main" val="1866153497"/>
      </p:ext>
    </p:extLst>
  </p:cSld>
</p:sld>
</file>

<file path=ppt/slides/slide13.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740D38A-4BEA-44E1-8A39-1FF870799A00}"/>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453AE3-E409-4F1D-AB84-EA829D665ADC}"/>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4     •     13</a:t>
            </a:r>
          </a:p>
        </p:txBody>
      </p:sp>
      <p:sp>
        <p:nvSpPr>
          <p:cNvPr id="3" name="">
            <a:extLst xmlns:a="http://schemas.openxmlformats.org/drawingml/2006/main">
              <a:ext uri="{FF2B5EF4-FFF2-40B4-BE49-F238E27FC236}">
                <a16:creationId xmlns:a16="http://schemas.microsoft.com/office/drawing/2014/main" id="{4D9CDF67-DF86-4757-BCF3-44FA984879F2}"/>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What we learned and what comes next</a:t>
            </a:r>
          </a:p>
        </p:txBody>
      </p:sp>
      <p:sp>
        <p:nvSpPr>
          <p:cNvPr id="4" name="">
            <a:extLst xmlns:a="http://schemas.openxmlformats.org/drawingml/2006/main">
              <a:ext uri="{FF2B5EF4-FFF2-40B4-BE49-F238E27FC236}">
                <a16:creationId xmlns:a16="http://schemas.microsoft.com/office/drawing/2014/main" id="{FA0B1E87-E2D9-47A3-BBE7-FDC9E9964DD3}"/>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Evidence supports a useful workflow, with clear remaining limits.</a:t>
            </a:r>
          </a:p>
        </p:txBody>
      </p:sp>
      <p:sp>
        <p:nvSpPr>
          <p:cNvPr id="5" name="">
            <a:extLst xmlns:a="http://schemas.openxmlformats.org/drawingml/2006/main">
              <a:ext uri="{FF2B5EF4-FFF2-40B4-BE49-F238E27FC236}">
                <a16:creationId xmlns:a16="http://schemas.microsoft.com/office/drawing/2014/main" id="{D5036EF4-8477-4BF4-B88C-DDFD4B5B5AEE}"/>
              </a:ext>
            </a:extLst>
          </p:cNvPr>
          <p:cNvSpPr>
            <a:spLocks xmlns:a="http://schemas.openxmlformats.org/drawingml/2006/main" noGrp="1"/>
          </p:cNvSpPr>
          <p:nvPr/>
        </p:nvSpPr>
        <p:spPr>
          <a:xfrm xmlns:a="http://schemas.openxmlformats.org/drawingml/2006/main">
            <a:off x="714375" y="20764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087F8C"/>
                </a:solidFill>
                <a:latin typeface="Arial"/>
                <a:ea typeface="Arial"/>
                <a:cs typeface="Arial"/>
              </a:defRPr>
            </a:defPPr>
            <a:lvl1pPr algn="l">
              <a:buNone/>
              <a:defRPr sz="1725" b="1">
                <a:solidFill>
                  <a:srgbClr val="087F8C"/>
                </a:solidFill>
                <a:latin typeface="Arial"/>
                <a:ea typeface="Arial"/>
                <a:cs typeface="Arial"/>
              </a:defRPr>
            </a:lvl1pPr>
            <a:lvl2pPr algn="l">
              <a:buNone/>
              <a:defRPr sz="1725" b="1">
                <a:solidFill>
                  <a:srgbClr val="087F8C"/>
                </a:solidFill>
                <a:latin typeface="Arial"/>
                <a:ea typeface="Arial"/>
                <a:cs typeface="Arial"/>
              </a:defRPr>
            </a:lvl2pPr>
            <a:lvl3pPr algn="l">
              <a:buNone/>
              <a:defRPr sz="1725" b="1">
                <a:solidFill>
                  <a:srgbClr val="087F8C"/>
                </a:solidFill>
                <a:latin typeface="Arial"/>
                <a:ea typeface="Arial"/>
                <a:cs typeface="Arial"/>
              </a:defRPr>
            </a:lvl3pPr>
            <a:lvl4pPr algn="l">
              <a:buNone/>
              <a:defRPr sz="1725" b="1">
                <a:solidFill>
                  <a:srgbClr val="087F8C"/>
                </a:solidFill>
                <a:latin typeface="Arial"/>
                <a:ea typeface="Arial"/>
                <a:cs typeface="Arial"/>
              </a:defRPr>
            </a:lvl4pPr>
            <a:lvl5pPr algn="l">
              <a:buNone/>
              <a:defRPr sz="1725" b="1">
                <a:solidFill>
                  <a:srgbClr val="087F8C"/>
                </a:solidFill>
                <a:latin typeface="Arial"/>
                <a:ea typeface="Arial"/>
                <a:cs typeface="Arial"/>
              </a:defRPr>
            </a:lvl5pPr>
            <a:lvl6pPr algn="l">
              <a:buNone/>
              <a:defRPr sz="1725" b="1">
                <a:solidFill>
                  <a:srgbClr val="087F8C"/>
                </a:solidFill>
                <a:latin typeface="Arial"/>
                <a:ea typeface="Arial"/>
                <a:cs typeface="Arial"/>
              </a:defRPr>
            </a:lvl6pPr>
            <a:lvl7pPr algn="l">
              <a:buNone/>
              <a:defRPr sz="1725" b="1">
                <a:solidFill>
                  <a:srgbClr val="087F8C"/>
                </a:solidFill>
                <a:latin typeface="Arial"/>
                <a:ea typeface="Arial"/>
                <a:cs typeface="Arial"/>
              </a:defRPr>
            </a:lvl7pPr>
            <a:lvl8pPr algn="l">
              <a:buNone/>
              <a:defRPr sz="1725" b="1">
                <a:solidFill>
                  <a:srgbClr val="087F8C"/>
                </a:solidFill>
                <a:latin typeface="Arial"/>
                <a:ea typeface="Arial"/>
                <a:cs typeface="Arial"/>
              </a:defRPr>
            </a:lvl8pPr>
            <a:lvl9pPr algn="l">
              <a:buNone/>
              <a:defRPr sz="1725" b="1">
                <a:solidFill>
                  <a:srgbClr val="087F8C"/>
                </a:solidFill>
                <a:latin typeface="Arial"/>
                <a:ea typeface="Arial"/>
                <a:cs typeface="Arial"/>
              </a:defRPr>
            </a:lvl9pPr>
          </a:lstStyle>
          <a:p xmlns:a="http://schemas.openxmlformats.org/drawingml/2006/main">
            <a:pPr algn="l">
              <a:buNone/>
              <a:defRPr sz="1725" b="1">
                <a:solidFill>
                  <a:srgbClr val="087F8C"/>
                </a:solidFill>
                <a:latin typeface="Arial"/>
                <a:ea typeface="Arial"/>
                <a:cs typeface="Arial"/>
              </a:defRPr>
            </a:pPr>
            <a:r>
              <a:rPr sz="1725" b="1">
                <a:solidFill>
                  <a:srgbClr val="087F8C"/>
                </a:solidFill>
                <a:latin typeface="Arial"/>
                <a:ea typeface="Arial"/>
                <a:cs typeface="Arial"/>
              </a:rPr>
              <a:t>What the results show</a:t>
            </a:r>
          </a:p>
        </p:txBody>
      </p:sp>
      <p:sp>
        <p:nvSpPr>
          <p:cNvPr id="6" name="">
            <a:extLst xmlns:a="http://schemas.openxmlformats.org/drawingml/2006/main">
              <a:ext uri="{FF2B5EF4-FFF2-40B4-BE49-F238E27FC236}">
                <a16:creationId xmlns:a16="http://schemas.microsoft.com/office/drawing/2014/main" id="{6A2B0FB0-3F4D-4831-907B-BCBF1A8B23E4}"/>
              </a:ext>
            </a:extLst>
          </p:cNvPr>
          <p:cNvSpPr>
            <a:spLocks xmlns:a="http://schemas.openxmlformats.org/drawingml/2006/main" noGrp="1"/>
          </p:cNvSpPr>
          <p:nvPr/>
        </p:nvSpPr>
        <p:spPr>
          <a:xfrm xmlns:a="http://schemas.openxmlformats.org/drawingml/2006/main">
            <a:off x="714375" y="2571750"/>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0">
                <a:solidFill>
                  <a:srgbClr val="152B3C"/>
                </a:solidFill>
                <a:latin typeface="Arial"/>
                <a:ea typeface="Arial"/>
                <a:cs typeface="Arial"/>
              </a:defRPr>
            </a:defPPr>
            <a:lvl1pPr algn="l">
              <a:buNone/>
              <a:defRPr sz="1725" b="0">
                <a:solidFill>
                  <a:srgbClr val="152B3C"/>
                </a:solidFill>
                <a:latin typeface="Arial"/>
                <a:ea typeface="Arial"/>
                <a:cs typeface="Arial"/>
              </a:defRPr>
            </a:lvl1pPr>
            <a:lvl2pPr algn="l">
              <a:buNone/>
              <a:defRPr sz="1725" b="0">
                <a:solidFill>
                  <a:srgbClr val="152B3C"/>
                </a:solidFill>
                <a:latin typeface="Arial"/>
                <a:ea typeface="Arial"/>
                <a:cs typeface="Arial"/>
              </a:defRPr>
            </a:lvl2pPr>
            <a:lvl3pPr algn="l">
              <a:buNone/>
              <a:defRPr sz="1725" b="0">
                <a:solidFill>
                  <a:srgbClr val="152B3C"/>
                </a:solidFill>
                <a:latin typeface="Arial"/>
                <a:ea typeface="Arial"/>
                <a:cs typeface="Arial"/>
              </a:defRPr>
            </a:lvl3pPr>
            <a:lvl4pPr algn="l">
              <a:buNone/>
              <a:defRPr sz="1725" b="0">
                <a:solidFill>
                  <a:srgbClr val="152B3C"/>
                </a:solidFill>
                <a:latin typeface="Arial"/>
                <a:ea typeface="Arial"/>
                <a:cs typeface="Arial"/>
              </a:defRPr>
            </a:lvl4pPr>
            <a:lvl5pPr algn="l">
              <a:buNone/>
              <a:defRPr sz="1725" b="0">
                <a:solidFill>
                  <a:srgbClr val="152B3C"/>
                </a:solidFill>
                <a:latin typeface="Arial"/>
                <a:ea typeface="Arial"/>
                <a:cs typeface="Arial"/>
              </a:defRPr>
            </a:lvl5pPr>
            <a:lvl6pPr algn="l">
              <a:buNone/>
              <a:defRPr sz="1725" b="0">
                <a:solidFill>
                  <a:srgbClr val="152B3C"/>
                </a:solidFill>
                <a:latin typeface="Arial"/>
                <a:ea typeface="Arial"/>
                <a:cs typeface="Arial"/>
              </a:defRPr>
            </a:lvl6pPr>
            <a:lvl7pPr algn="l">
              <a:buNone/>
              <a:defRPr sz="1725" b="0">
                <a:solidFill>
                  <a:srgbClr val="152B3C"/>
                </a:solidFill>
                <a:latin typeface="Arial"/>
                <a:ea typeface="Arial"/>
                <a:cs typeface="Arial"/>
              </a:defRPr>
            </a:lvl7pPr>
            <a:lvl8pPr algn="l">
              <a:buNone/>
              <a:defRPr sz="1725" b="0">
                <a:solidFill>
                  <a:srgbClr val="152B3C"/>
                </a:solidFill>
                <a:latin typeface="Arial"/>
                <a:ea typeface="Arial"/>
                <a:cs typeface="Arial"/>
              </a:defRPr>
            </a:lvl8pPr>
            <a:lvl9pPr algn="l">
              <a:buNone/>
              <a:defRPr sz="1725" b="0">
                <a:solidFill>
                  <a:srgbClr val="152B3C"/>
                </a:solidFill>
                <a:latin typeface="Arial"/>
                <a:ea typeface="Arial"/>
                <a:cs typeface="Arial"/>
              </a:defRPr>
            </a:lvl9pPr>
          </a:lstStyle>
          <a:p xmlns:a="http://schemas.openxmlformats.org/drawingml/2006/main">
            <a:pPr algn="l">
              <a:buNone/>
              <a:defRPr sz="1725" b="0">
                <a:solidFill>
                  <a:srgbClr val="152B3C"/>
                </a:solidFill>
                <a:latin typeface="Arial"/>
                <a:ea typeface="Arial"/>
                <a:cs typeface="Arial"/>
              </a:defRPr>
            </a:pPr>
            <a:r>
              <a:rPr sz="1725" b="0">
                <a:solidFill>
                  <a:srgbClr val="152B3C"/>
                </a:solidFill>
                <a:latin typeface="Arial"/>
                <a:ea typeface="Arial"/>
                <a:cs typeface="Arial"/>
              </a:rPr>
              <a:t>The Auditor can expose and compare failures. Its newer scorer improved on the selected paired sample.</a:t>
            </a:r>
          </a:p>
        </p:txBody>
      </p:sp>
      <p:sp>
        <p:nvSpPr>
          <p:cNvPr id="7" name="">
            <a:extLst xmlns:a="http://schemas.openxmlformats.org/drawingml/2006/main">
              <a:ext uri="{FF2B5EF4-FFF2-40B4-BE49-F238E27FC236}">
                <a16:creationId xmlns:a16="http://schemas.microsoft.com/office/drawing/2014/main" id="{3B40AA7F-1A98-4011-9ED4-1A7A5B6B73A3}"/>
              </a:ext>
            </a:extLst>
          </p:cNvPr>
          <p:cNvSpPr>
            <a:spLocks xmlns:a="http://schemas.openxmlformats.org/drawingml/2006/main" noGrp="1"/>
          </p:cNvSpPr>
          <p:nvPr/>
        </p:nvSpPr>
        <p:spPr>
          <a:xfrm xmlns:a="http://schemas.openxmlformats.org/drawingml/2006/main">
            <a:off x="714375" y="3714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087F8C"/>
                </a:solidFill>
                <a:latin typeface="Arial"/>
                <a:ea typeface="Arial"/>
                <a:cs typeface="Arial"/>
              </a:defRPr>
            </a:defPPr>
            <a:lvl1pPr algn="l">
              <a:buNone/>
              <a:defRPr sz="1725" b="1">
                <a:solidFill>
                  <a:srgbClr val="087F8C"/>
                </a:solidFill>
                <a:latin typeface="Arial"/>
                <a:ea typeface="Arial"/>
                <a:cs typeface="Arial"/>
              </a:defRPr>
            </a:lvl1pPr>
            <a:lvl2pPr algn="l">
              <a:buNone/>
              <a:defRPr sz="1725" b="1">
                <a:solidFill>
                  <a:srgbClr val="087F8C"/>
                </a:solidFill>
                <a:latin typeface="Arial"/>
                <a:ea typeface="Arial"/>
                <a:cs typeface="Arial"/>
              </a:defRPr>
            </a:lvl2pPr>
            <a:lvl3pPr algn="l">
              <a:buNone/>
              <a:defRPr sz="1725" b="1">
                <a:solidFill>
                  <a:srgbClr val="087F8C"/>
                </a:solidFill>
                <a:latin typeface="Arial"/>
                <a:ea typeface="Arial"/>
                <a:cs typeface="Arial"/>
              </a:defRPr>
            </a:lvl3pPr>
            <a:lvl4pPr algn="l">
              <a:buNone/>
              <a:defRPr sz="1725" b="1">
                <a:solidFill>
                  <a:srgbClr val="087F8C"/>
                </a:solidFill>
                <a:latin typeface="Arial"/>
                <a:ea typeface="Arial"/>
                <a:cs typeface="Arial"/>
              </a:defRPr>
            </a:lvl4pPr>
            <a:lvl5pPr algn="l">
              <a:buNone/>
              <a:defRPr sz="1725" b="1">
                <a:solidFill>
                  <a:srgbClr val="087F8C"/>
                </a:solidFill>
                <a:latin typeface="Arial"/>
                <a:ea typeface="Arial"/>
                <a:cs typeface="Arial"/>
              </a:defRPr>
            </a:lvl5pPr>
            <a:lvl6pPr algn="l">
              <a:buNone/>
              <a:defRPr sz="1725" b="1">
                <a:solidFill>
                  <a:srgbClr val="087F8C"/>
                </a:solidFill>
                <a:latin typeface="Arial"/>
                <a:ea typeface="Arial"/>
                <a:cs typeface="Arial"/>
              </a:defRPr>
            </a:lvl6pPr>
            <a:lvl7pPr algn="l">
              <a:buNone/>
              <a:defRPr sz="1725" b="1">
                <a:solidFill>
                  <a:srgbClr val="087F8C"/>
                </a:solidFill>
                <a:latin typeface="Arial"/>
                <a:ea typeface="Arial"/>
                <a:cs typeface="Arial"/>
              </a:defRPr>
            </a:lvl7pPr>
            <a:lvl8pPr algn="l">
              <a:buNone/>
              <a:defRPr sz="1725" b="1">
                <a:solidFill>
                  <a:srgbClr val="087F8C"/>
                </a:solidFill>
                <a:latin typeface="Arial"/>
                <a:ea typeface="Arial"/>
                <a:cs typeface="Arial"/>
              </a:defRPr>
            </a:lvl8pPr>
            <a:lvl9pPr algn="l">
              <a:buNone/>
              <a:defRPr sz="1725" b="1">
                <a:solidFill>
                  <a:srgbClr val="087F8C"/>
                </a:solidFill>
                <a:latin typeface="Arial"/>
                <a:ea typeface="Arial"/>
                <a:cs typeface="Arial"/>
              </a:defRPr>
            </a:lvl9pPr>
          </a:lstStyle>
          <a:p xmlns:a="http://schemas.openxmlformats.org/drawingml/2006/main">
            <a:pPr algn="l">
              <a:buNone/>
              <a:defRPr sz="1725" b="1">
                <a:solidFill>
                  <a:srgbClr val="087F8C"/>
                </a:solidFill>
                <a:latin typeface="Arial"/>
                <a:ea typeface="Arial"/>
                <a:cs typeface="Arial"/>
              </a:defRPr>
            </a:pPr>
            <a:r>
              <a:rPr sz="1725" b="1">
                <a:solidFill>
                  <a:srgbClr val="087F8C"/>
                </a:solidFill>
                <a:latin typeface="Arial"/>
                <a:ea typeface="Arial"/>
                <a:cs typeface="Arial"/>
              </a:rPr>
              <a:t>What we will improve</a:t>
            </a:r>
          </a:p>
        </p:txBody>
      </p:sp>
      <p:sp>
        <p:nvSpPr>
          <p:cNvPr id="8" name="">
            <a:extLst xmlns:a="http://schemas.openxmlformats.org/drawingml/2006/main">
              <a:ext uri="{FF2B5EF4-FFF2-40B4-BE49-F238E27FC236}">
                <a16:creationId xmlns:a16="http://schemas.microsoft.com/office/drawing/2014/main" id="{2BFAC234-7A67-46E1-AA4F-4E7E2A442F7E}"/>
              </a:ext>
            </a:extLst>
          </p:cNvPr>
          <p:cNvSpPr>
            <a:spLocks xmlns:a="http://schemas.openxmlformats.org/drawingml/2006/main" noGrp="1"/>
          </p:cNvSpPr>
          <p:nvPr/>
        </p:nvSpPr>
        <p:spPr>
          <a:xfrm xmlns:a="http://schemas.openxmlformats.org/drawingml/2006/main">
            <a:off x="714375" y="4191000"/>
            <a:ext cx="1047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0">
                <a:solidFill>
                  <a:srgbClr val="152B3C"/>
                </a:solidFill>
                <a:latin typeface="Arial"/>
                <a:ea typeface="Arial"/>
                <a:cs typeface="Arial"/>
              </a:defRPr>
            </a:defPPr>
            <a:lvl1pPr algn="l">
              <a:buNone/>
              <a:defRPr sz="1725" b="0">
                <a:solidFill>
                  <a:srgbClr val="152B3C"/>
                </a:solidFill>
                <a:latin typeface="Arial"/>
                <a:ea typeface="Arial"/>
                <a:cs typeface="Arial"/>
              </a:defRPr>
            </a:lvl1pPr>
            <a:lvl2pPr algn="l">
              <a:buNone/>
              <a:defRPr sz="1725" b="0">
                <a:solidFill>
                  <a:srgbClr val="152B3C"/>
                </a:solidFill>
                <a:latin typeface="Arial"/>
                <a:ea typeface="Arial"/>
                <a:cs typeface="Arial"/>
              </a:defRPr>
            </a:lvl2pPr>
            <a:lvl3pPr algn="l">
              <a:buNone/>
              <a:defRPr sz="1725" b="0">
                <a:solidFill>
                  <a:srgbClr val="152B3C"/>
                </a:solidFill>
                <a:latin typeface="Arial"/>
                <a:ea typeface="Arial"/>
                <a:cs typeface="Arial"/>
              </a:defRPr>
            </a:lvl3pPr>
            <a:lvl4pPr algn="l">
              <a:buNone/>
              <a:defRPr sz="1725" b="0">
                <a:solidFill>
                  <a:srgbClr val="152B3C"/>
                </a:solidFill>
                <a:latin typeface="Arial"/>
                <a:ea typeface="Arial"/>
                <a:cs typeface="Arial"/>
              </a:defRPr>
            </a:lvl4pPr>
            <a:lvl5pPr algn="l">
              <a:buNone/>
              <a:defRPr sz="1725" b="0">
                <a:solidFill>
                  <a:srgbClr val="152B3C"/>
                </a:solidFill>
                <a:latin typeface="Arial"/>
                <a:ea typeface="Arial"/>
                <a:cs typeface="Arial"/>
              </a:defRPr>
            </a:lvl5pPr>
            <a:lvl6pPr algn="l">
              <a:buNone/>
              <a:defRPr sz="1725" b="0">
                <a:solidFill>
                  <a:srgbClr val="152B3C"/>
                </a:solidFill>
                <a:latin typeface="Arial"/>
                <a:ea typeface="Arial"/>
                <a:cs typeface="Arial"/>
              </a:defRPr>
            </a:lvl6pPr>
            <a:lvl7pPr algn="l">
              <a:buNone/>
              <a:defRPr sz="1725" b="0">
                <a:solidFill>
                  <a:srgbClr val="152B3C"/>
                </a:solidFill>
                <a:latin typeface="Arial"/>
                <a:ea typeface="Arial"/>
                <a:cs typeface="Arial"/>
              </a:defRPr>
            </a:lvl7pPr>
            <a:lvl8pPr algn="l">
              <a:buNone/>
              <a:defRPr sz="1725" b="0">
                <a:solidFill>
                  <a:srgbClr val="152B3C"/>
                </a:solidFill>
                <a:latin typeface="Arial"/>
                <a:ea typeface="Arial"/>
                <a:cs typeface="Arial"/>
              </a:defRPr>
            </a:lvl8pPr>
            <a:lvl9pPr algn="l">
              <a:buNone/>
              <a:defRPr sz="1725" b="0">
                <a:solidFill>
                  <a:srgbClr val="152B3C"/>
                </a:solidFill>
                <a:latin typeface="Arial"/>
                <a:ea typeface="Arial"/>
                <a:cs typeface="Arial"/>
              </a:defRPr>
            </a:lvl9pPr>
          </a:lstStyle>
          <a:p xmlns:a="http://schemas.openxmlformats.org/drawingml/2006/main">
            <a:pPr algn="l">
              <a:buNone/>
              <a:defRPr sz="1725" b="0">
                <a:solidFill>
                  <a:srgbClr val="152B3C"/>
                </a:solidFill>
                <a:latin typeface="Arial"/>
                <a:ea typeface="Arial"/>
                <a:cs typeface="Arial"/>
              </a:defRPr>
            </a:pPr>
            <a:r>
              <a:rPr sz="1725" b="0">
                <a:solidFill>
                  <a:srgbClr val="152B3C"/>
                </a:solidFill>
                <a:latin typeface="Arial"/>
                <a:ea typeface="Arial"/>
                <a:cs typeface="Arial"/>
              </a:rPr>
              <a:t>Improve question quality and source coverage. Resolve interpretation differences; test on more diverse, independent histories.</a:t>
            </a:r>
          </a:p>
        </p:txBody>
      </p:sp>
      <p:sp>
        <p:nvSpPr>
          <p:cNvPr id="9" name="">
            <a:extLst xmlns:a="http://schemas.openxmlformats.org/drawingml/2006/main">
              <a:ext uri="{FF2B5EF4-FFF2-40B4-BE49-F238E27FC236}">
                <a16:creationId xmlns:a16="http://schemas.microsoft.com/office/drawing/2014/main" id="{735C8F31-9DB3-4788-AE99-D5335408D4D0}"/>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14B9E33-B0EA-4F99-B7AD-C7515D556759}"/>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A did not establish a method advantage · repeated cases are related · C covers a selected subset.</a:t>
            </a:r>
          </a:p>
        </p:txBody>
      </p:sp>
    </p:spTree>
    <p:extLst>
      <p:ext uri="{BB962C8B-B14F-4D97-AF65-F5344CB8AC3E}">
        <p14:creationId xmlns:p14="http://schemas.microsoft.com/office/powerpoint/2010/main" val="14704526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2026-10-29T01:41:55.9110000Z</dcterms:created>
  <dcterms:modified xsi:type="dcterms:W3CDTF">2026-10-29T01:41:55.9110000Z</dcterms:modified>
</coreProperties>
</file>