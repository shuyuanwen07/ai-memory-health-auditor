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5dbe5f1a1642ce" /><Relationship Type="http://schemas.openxmlformats.org/officeDocument/2006/relationships/extended-properties" Target="/docProps/app.xml" Id="R8049d820d5d44545" /><Relationship Type="http://schemas.openxmlformats.org/officeDocument/2006/relationships/officeDocument" Target="/ppt/presentation.xml" Id="R4911ed3b9b114206" /></Relationships>
</file>

<file path=ppt/presentation.xml><?xml version="1.0" encoding="utf-8"?>
<p:presentation xmlns:p="http://schemas.openxmlformats.org/presentationml/2006/main">
  <p:sldMasterIdLst>
    <p:sldMasterId xmlns:r="http://schemas.openxmlformats.org/officeDocument/2006/relationships" id="2147483648" r:id="Rdbd3b4ceaf7746b1"/>
  </p:sldMasterIdLst>
  <p:notesMasterIdLst>
    <p:notesMasterId xmlns:r="http://schemas.openxmlformats.org/officeDocument/2006/relationships" r:id="R5603af6a97f045f4"/>
  </p:notesMasterIdLst>
  <p:sldIdLst>
    <p:sldId xmlns:r="http://schemas.openxmlformats.org/officeDocument/2006/relationships" id="256" r:id="R4c8c86aafc3a4e0b"/>
    <p:sldId xmlns:r="http://schemas.openxmlformats.org/officeDocument/2006/relationships" id="257" r:id="R33c76c9995e94db2"/>
    <p:sldId xmlns:r="http://schemas.openxmlformats.org/officeDocument/2006/relationships" id="258" r:id="Rf1189af6a9184341"/>
    <p:sldId xmlns:r="http://schemas.openxmlformats.org/officeDocument/2006/relationships" id="259" r:id="Rb379413d1b69434a"/>
    <p:sldId xmlns:r="http://schemas.openxmlformats.org/officeDocument/2006/relationships" id="260" r:id="Re328629964eb4bb3"/>
    <p:sldId xmlns:r="http://schemas.openxmlformats.org/officeDocument/2006/relationships" id="261" r:id="Rfe22ae62991e4952"/>
    <p:sldId xmlns:r="http://schemas.openxmlformats.org/officeDocument/2006/relationships" id="262" r:id="R79dd8632bbfd4c5c"/>
    <p:sldId xmlns:r="http://schemas.openxmlformats.org/officeDocument/2006/relationships" id="263" r:id="Rc28c173d17e245c4"/>
    <p:sldId xmlns:r="http://schemas.openxmlformats.org/officeDocument/2006/relationships" id="264" r:id="R9dd4330eac254626"/>
    <p:sldId xmlns:r="http://schemas.openxmlformats.org/officeDocument/2006/relationships" id="265" r:id="R898a27bf36a04756"/>
    <p:sldId xmlns:r="http://schemas.openxmlformats.org/officeDocument/2006/relationships" id="266" r:id="R7eb3a7a234c848a5"/>
    <p:sldId xmlns:r="http://schemas.openxmlformats.org/officeDocument/2006/relationships" id="267" r:id="Re0b8ec7b38164708"/>
    <p:sldId xmlns:r="http://schemas.openxmlformats.org/officeDocument/2006/relationships" id="268" r:id="R925a4aa9598b49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7debdccd33456f" /><Relationship Type="http://schemas.openxmlformats.org/officeDocument/2006/relationships/slideMaster" Target="/ppt/slideMasters/slideMaster1.xml" Id="Rdbd3b4ceaf7746b1" /><Relationship Type="http://schemas.openxmlformats.org/officeDocument/2006/relationships/notesMaster" Target="/ppt/notesMasters/notesMaster1.xml" Id="R5603af6a97f045f4" /><Relationship Type="http://schemas.openxmlformats.org/officeDocument/2006/relationships/presProps" Target="/ppt/presProps.xml" Id="R340722c88ec642e7" /><Relationship Type="http://schemas.openxmlformats.org/officeDocument/2006/relationships/tableStyles" Target="/ppt/tableStyles.xml" Id="R79e9dc9af210452a" /><Relationship Type="http://schemas.openxmlformats.org/officeDocument/2006/relationships/slide" Target="/ppt/slides/slide1.xml" Id="R4c8c86aafc3a4e0b" /><Relationship Type="http://schemas.openxmlformats.org/officeDocument/2006/relationships/slide" Target="/ppt/slides/slide2.xml" Id="R33c76c9995e94db2" /><Relationship Type="http://schemas.openxmlformats.org/officeDocument/2006/relationships/slide" Target="/ppt/slides/slide3.xml" Id="Rf1189af6a9184341" /><Relationship Type="http://schemas.openxmlformats.org/officeDocument/2006/relationships/slide" Target="/ppt/slides/slide4.xml" Id="Rb379413d1b69434a" /><Relationship Type="http://schemas.openxmlformats.org/officeDocument/2006/relationships/slide" Target="/ppt/slides/slide5.xml" Id="Re328629964eb4bb3" /><Relationship Type="http://schemas.openxmlformats.org/officeDocument/2006/relationships/slide" Target="/ppt/slides/slide6.xml" Id="Rfe22ae62991e4952" /><Relationship Type="http://schemas.openxmlformats.org/officeDocument/2006/relationships/slide" Target="/ppt/slides/slide7.xml" Id="R79dd8632bbfd4c5c" /><Relationship Type="http://schemas.openxmlformats.org/officeDocument/2006/relationships/slide" Target="/ppt/slides/slide8.xml" Id="Rc28c173d17e245c4" /><Relationship Type="http://schemas.openxmlformats.org/officeDocument/2006/relationships/slide" Target="/ppt/slides/slide9.xml" Id="R9dd4330eac254626" /><Relationship Type="http://schemas.openxmlformats.org/officeDocument/2006/relationships/slide" Target="/ppt/slides/slide10.xml" Id="R898a27bf36a04756" /><Relationship Type="http://schemas.openxmlformats.org/officeDocument/2006/relationships/slide" Target="/ppt/slides/slide11.xml" Id="R7eb3a7a234c848a5" /><Relationship Type="http://schemas.openxmlformats.org/officeDocument/2006/relationships/slide" Target="/ppt/slides/slide12.xml" Id="Re0b8ec7b38164708" /><Relationship Type="http://schemas.openxmlformats.org/officeDocument/2006/relationships/slide" Target="/ppt/slides/slide13.xml" Id="R925a4aa9598b49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048d236f3245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005648f0394165" /><Relationship Type="http://schemas.openxmlformats.org/officeDocument/2006/relationships/notesMaster" Target="/ppt/notesMasters/notesMaster1.xml" Id="R273f7873ffc44a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9902307e734f4c" /><Relationship Type="http://schemas.openxmlformats.org/officeDocument/2006/relationships/notesMaster" Target="/ppt/notesMasters/notesMaster1.xml" Id="R7631623fbc1645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54a35ca35e48a7" /><Relationship Type="http://schemas.openxmlformats.org/officeDocument/2006/relationships/notesMaster" Target="/ppt/notesMasters/notesMaster1.xml" Id="R9d53ab5715a94b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7068bacd9e4f9e" /><Relationship Type="http://schemas.openxmlformats.org/officeDocument/2006/relationships/notesMaster" Target="/ppt/notesMasters/notesMaster1.xml" Id="R37c6527ce1724e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4bf60606e8480f" /><Relationship Type="http://schemas.openxmlformats.org/officeDocument/2006/relationships/notesMaster" Target="/ppt/notesMasters/notesMaster1.xml" Id="R3fc95a5f33734d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5f48147c0b45b5" /><Relationship Type="http://schemas.openxmlformats.org/officeDocument/2006/relationships/notesMaster" Target="/ppt/notesMasters/notesMaster1.xml" Id="R44097cedcd6645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2de5f35b9f4135" /><Relationship Type="http://schemas.openxmlformats.org/officeDocument/2006/relationships/notesMaster" Target="/ppt/notesMasters/notesMaster1.xml" Id="Rd4b8306b45d846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aee80fca724aa2" /><Relationship Type="http://schemas.openxmlformats.org/officeDocument/2006/relationships/notesMaster" Target="/ppt/notesMasters/notesMaster1.xml" Id="R329970e1ae3c45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3375ff202444a7" /><Relationship Type="http://schemas.openxmlformats.org/officeDocument/2006/relationships/notesMaster" Target="/ppt/notesMasters/notesMaster1.xml" Id="Rcf8522578e9d4f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51525835b0440e" /><Relationship Type="http://schemas.openxmlformats.org/officeDocument/2006/relationships/notesMaster" Target="/ppt/notesMasters/notesMaster1.xml" Id="Ra1e2b75792b742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4d7bc3ace54a10" /><Relationship Type="http://schemas.openxmlformats.org/officeDocument/2006/relationships/notesMaster" Target="/ppt/notesMasters/notesMaster1.xml" Id="R4f67056d427242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d08ccce872492e" /><Relationship Type="http://schemas.openxmlformats.org/officeDocument/2006/relationships/notesMaster" Target="/ppt/notesMasters/notesMaster1.xml" Id="R237a5ff6c73049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fbfb869f49462e" /><Relationship Type="http://schemas.openxmlformats.org/officeDocument/2006/relationships/notesMaster" Target="/ppt/notesMasters/notesMaster1.xml" Id="R037cbd2129304e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a:t>
            </a:r>
          </a:p>
          <a:p xmlns:a="http://schemas.openxmlformats.org/drawingml/2006/main">
            <a:r>
              <a:t>Today we present the AI Memory Health Auditor. Our project asks whether we can inspect how an assistant uses remembered information, identify failures and test whether a change improves the observed behaviour. We will explain the problem, the system, our experimental design, our results and the limitations. Our results include both improvements and findings that did not support the original hypothesis. The figures in the presentation match the current dashboard and use selected synthetic histories and a selected benchmark subset.</a:t>
            </a:r>
          </a:p>
          <a:p xmlns:a="http://schemas.openxmlformats.org/drawingml/2006/main">
            <a:r>
              <a:t>Source: docs/EXPERIMENT_REPORT_2026-10-28.md; Dashboard compact-final-dashboard-v1.json.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a:t>
            </a:r>
          </a:p>
          <a:p xmlns:a="http://schemas.openxmlformats.org/drawingml/2006/main">
            <a:r>
              <a:t>An assistant may remember a fact correctly yet apply it to the wrong task. In this illustrative example, a user generally prefers Python, while a particular project requires Java. If the assistant recommends Python for that project, the problem is not simply whether a fact exists in storage. It is whether the assistant uses the applicable fact in context. Updates and conflicting records create similar risks. The auditor exposes these cases in a repeatable workflow and keeps the evidence needed to inspect the decision.</a:t>
            </a:r>
          </a:p>
          <a:p xmlns:a="http://schemas.openxmlformats.org/drawingml/2006/main">
            <a:r>
              <a:t>Source: project proposal and docs/EXPERIMENT_REPORT_2026-10-28.md.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a:t>
            </a:r>
          </a:p>
          <a:p xmlns:a="http://schemas.openxmlformats.org/drawingml/2006/main">
            <a:r>
              <a:t>The audit starts with an authorised conversation. The system proposes memory facts and relationships, such as an update or conflict; a person then confirms or edits them. Depending on configuration, language models can help extract facts, generate questions and assess answers. In our evaluation, OpenRouter provided GPT-6 Luna for selected target and assessment calls, while other paths used local rules. The target answers each question and the Auditor compares the answer with the confirmed evidence. The report retains the original source, the question, the answer, the judgment and its reason. We consider accuracy, freshness, conflict resolution and appropriate use. A warning can request human review; it is not proof that a question is valid.</a:t>
            </a:r>
          </a:p>
          <a:p xmlns:a="http://schemas.openxmlformats.org/drawingml/2006/main">
            <a:r>
              <a:t>Source: system workflow; docs/EXPERIMENT_REPORT_2026-10-28.md.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a:t>
            </a:r>
          </a:p>
          <a:p xmlns:a="http://schemas.openxmlformats.org/drawingml/2006/main">
            <a:r>
              <a:t>Our evaluation has three parts. Experiment A compares three question-construction methods with equal budgets. Experiment B compares four memory strategies on matched synthetic histories and repeated questions. Experiment C examines a selected LongMemEval subset. These studies answer different questions: A concerns methods, B concerns target memory strategies, and C checks performance on an external benchmark selection. We also test the Auditor’s scoring reliability separately, because a better target strategy is not by itself proof that the Auditor is correct.</a:t>
            </a:r>
          </a:p>
          <a:p xmlns:a="http://schemas.openxmlformats.org/drawingml/2006/main">
            <a:r>
              <a:t>Source: experiment report, Proposal Experiments 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a:t>
            </a:r>
          </a:p>
          <a:p xmlns:a="http://schemas.openxmlformats.org/drawingml/2006/main">
            <a:r>
              <a:t>In experiment A, each method detected three of nine predefined defect identifiers. The contextual method did not outperform the direct or fixed-template methods on this sample. There were 36 answers across three related synthetic histories. Two independent human reviewers using AI assistance agreed on 33 failures and three passes, but 18 failed answers did not map to the narrower frozen defect inventory. The three out of nine figure therefore describes discovery against that predefined inventory, not every possible failure. A later expansion was stopped during AI question review because the usable groups were concentrated in a single conflict scenario.</a:t>
            </a:r>
          </a:p>
          <a:p xmlns:a="http://schemas.openxmlformats.org/drawingml/2006/main">
            <a:r>
              <a:t>Source: experiment-a-human-return-20261029-v1/analysis.json; ai-readiness-summary.json.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a:t>
            </a:r>
          </a:p>
          <a:p xmlns:a="http://schemas.openxmlformats.org/drawingml/2006/main">
            <a:r>
              <a:t>Experiment B used the same histories and questions for four strategies. Two independent human reviewers used AI assistance. The agreed human-pass counts were nine out of 36 for first-match retrieval, 27 out of 36 for relationship-priority retrieval, 18 out of 36 for matching the task and project, and 27 out of 36 for considering time and importance. These results help us compare behaviour across strategies, rather than assume a strategy is better from its name. However, the 36 answers per strategy come from only three previously used synthetic histories with repeated runs. They are related observations, not 36 independent cases.</a:t>
            </a:r>
          </a:p>
          <a:p xmlns:a="http://schemas.openxmlformats.org/drawingml/2006/main">
            <a:r>
              <a:t>Source: ac1-ac2-b-return-20261029-v1/b-consensus-summary.json.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a:t>
            </a:r>
          </a:p>
          <a:p xmlns:a="http://schemas.openxmlformats.org/drawingml/2006/main">
            <a:r>
              <a:t>This slide shows the four-strategy extension on 30 selected LongMemEval cases. Each strategy produced three answers per case, and the values shown use the human-adjudicated decided answers as their denominators. The independent reviewers used AI assistance. First-match passed 17 of 87, relationship-priority 57 of 81, task-and-project matching 47 of 84, and time-and-importance 50 of 84. Across all four strategies, 24 answers remained uncertain. Because the cases were selected and repeated answers share a case, these figures are descriptive and should not be treated as the full benchmark result.</a:t>
            </a:r>
          </a:p>
          <a:p xmlns:a="http://schemas.openxmlformats.org/drawingml/2006/main">
            <a:r>
              <a:t>Source: four-strategy-adjudicated-bounds-2026-10-29.json.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a:t>
            </a:r>
          </a:p>
          <a:p xmlns:a="http://schemas.openxmlformats.org/drawingml/2006/main">
            <a:r>
              <a:t>Existing work addresses different parts of the problem. Mem0 provides a memory layer that extracts, stores and retrieves information for AI applications. LongMemEval is a research benchmark for abilities including information extraction, temporal reasoning and knowledge updates. Our project focuses on a complementary workflow: an operator reviews source-backed memories, runs targeted questions, inspects failure evidence and compares a change on saved tests. We do not claim that these existing projects lack all audit features or that our selected benchmark subset is the full benchmark.</a:t>
            </a:r>
          </a:p>
          <a:p xmlns:a="http://schemas.openxmlformats.org/drawingml/2006/main">
            <a:r>
              <a:t>Sources: https://github.com/mem0ai/mem0/blob/main/docs/core-concepts/how-it-works.mdx ; https://arxiv.org/abs/2410.10813 ; docs/EXPERIMENT_REPORT_2026-10-28.md.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a:t>
            </a:r>
          </a:p>
          <a:p xmlns:a="http://schemas.openxmlformats.org/drawingml/2006/main">
            <a:r>
              <a:t>We tested the Auditor itself by applying old and new scoring methods to the same saved answers. Two independent human reviewers, using AI assistance, agreed on 118 of the 120 responses: 68 failures and 50 passes. The new scorer detected 61 of 68 failures compared with 55 of 68 previously. It correctly classified 54 of its 61 detected failures; the old scorer left all 55 detected failures unclassified. False positives fell from 18 of 50 human-agreed passes to zero observed out of 50. These results met the descriptive thresholds for this selected synthetic sample. Zero observed errors does not prove the population error is zero, and the two disagreements were preserved separately.</a:t>
            </a:r>
          </a:p>
          <a:p xmlns:a="http://schemas.openxmlformats.org/drawingml/2006/main">
            <a:r>
              <a:t>Source: paired-authorized-retest-20261029-v1/paired-analysis.json.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For AC1, we compared extraction results on 27 histories that completed in both runs. Relationship reference-ID matches increased from 58 of 80 to 79 of 80, while fact reference-ID matches decreased from 212 of 215 to 205 of 215. Three newer histories were incomplete and excluded. A targeted retry produced five relationships that two reviewers judged valid; one older reference relationship was judged invalid. Reference ID matching can be partial and is neither strict recall nor direct semantic accuracy. Six other relationships were originally judged valid by human reviewers. Later AI evidence reviewers, who had seen the results, raised a semantic disagreement: the paired requirements might coexist rather than override each other. The user confirms all data have since been individually reviewed by humans, but no new item-specific rulings for these six relations were supplied. The original human judgments and reported counts remain unchanged; the differing interpretation is retained.</a:t>
            </a:r>
          </a:p>
          <a:p xmlns:a="http://schemas.openxmlformats.org/drawingml/2006/main">
            <a:r>
              <a:t>Source: ac1-paired-comparison.json; ac1-analysis.json; ac1-override-consistency-user-confirmed-review-20261029.json; final-evidence-human-review-confirmation-20261029.json.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AC2 checks whether generated questions are grounded and executable. In the paired comparison, the earlier generator produced 111 questions and the newer generator produced 117. After a later wording recheck, 50 and 62 respectively were judged valid. The newer set still had 55 invalid questions, of which the original automatic gate accepted 38. Two people independently checked the AI-assisted wording review, according to the user; one question in each group changed from valid to invalid. The original results are preserved. The findings show why source review and better question generation are needed, not that the system automatically catches every problem. The histories are selected synthetic cases and missing generated questions remain separate.</a:t>
            </a:r>
          </a:p>
          <a:p xmlns:a="http://schemas.openxmlformats.org/drawingml/2006/main">
            <a:r>
              <a:t>Source: docs/EXPERIMENT_REPORT_2026-10-28.md; ac2-wording-return-20261030-v1/comparison.json.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The tutor asked us to show the complete cycle. In one example, the audit identified that the retrieval policy returned the current database but omitted the earlier database needed to answer a change-history question. We inspected the source and retrieval evidence, then tried a version that also retrieves the predecessor when the question asks for history. In a development pilot using four related synthetic histories, the original policy passed zero of four change-history questions and the candidate passed four of four. On four current-value questions both passed four of four. The user reports that two people independently checked the AI-assisted review; exposure to prior AI output was not established. This is a small development pilot, not independent evidence of general improvement.</a:t>
            </a:r>
          </a:p>
          <a:p xmlns:a="http://schemas.openxmlformats.org/drawingml/2006/main">
            <a:r>
              <a:t>Source: output/proposal-delivery/ai-review-return-20261030-v1/human-confirmed-summary.json; docs/EXPERIMENT_REPORT_2026-10-28.md.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a:t>
            </a:r>
          </a:p>
          <a:p xmlns:a="http://schemas.openxmlformats.org/drawingml/2006/main">
            <a:r>
              <a:t>Our system provides a traceable way to find memory failures, inspect evidence and compare changes. The paired scoring study shows an improvement on the selected answers, while experiment A did not show the contextual method outperforming the alternatives. Question quality remains a major constraint: the newer generator still produced many invalid questions. The user confirms the data were individually reviewed by humans; the original human judgments, AI-assisted evidence review and remaining interpretation disagreements are kept separately. Next we would improve question specificity and extraction coverage, resolve the differing interpretations with item-specific rulings where needed, and test on more diverse, independent histories and benchmark cases. We would also test usability and measure uncertainty across independent cases before claiming broad generalisation.</a:t>
            </a:r>
          </a:p>
          <a:p xmlns:a="http://schemas.openxmlformats.org/drawingml/2006/main">
            <a:r>
              <a:t>Source: experiment report, current Dashboard results and final-evidence-human-review-confirmation-20261029.json.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2f5efb9ef348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5494e610d548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0792572f0e42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db3f46f8d047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d3ee9ba49043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aed13614c743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FD2F47-467F-49E9-B841-8A39216996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0A010DC-5BD1-4F33-94F8-F6516D7C3A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2D5B0D-3D73-4A9F-9BAE-A0F02D4FCE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DB65CC-D700-4A4A-AACA-7271A5F9AC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96A1CA-3EEC-407B-82C6-43583C513F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6DE466-E02C-4698-9BC0-EB5540881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EAC2E7-F287-4EB8-B0D4-00EB4029FF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D0A8EA-5369-4346-B3E9-948485436B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72AB47-A523-4639-B647-89FBDB0F39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CB678E-33B6-4B2C-A267-5FFB8A58E5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62944b50ed4770" /><Relationship Type="http://schemas.openxmlformats.org/officeDocument/2006/relationships/slideLayout" Target="/ppt/slideLayouts/slideLayout1.xml" Id="R6ff5840cbd11442b" /><Relationship Type="http://schemas.openxmlformats.org/officeDocument/2006/relationships/slideLayout" Target="/ppt/slideLayouts/slideLayout2.xml" Id="Ra30e69a6f7244b1a" /><Relationship Type="http://schemas.openxmlformats.org/officeDocument/2006/relationships/slideLayout" Target="/ppt/slideLayouts/slideLayout3.xml" Id="R290d787f38274e1a" /><Relationship Type="http://schemas.openxmlformats.org/officeDocument/2006/relationships/slideLayout" Target="/ppt/slideLayouts/slideLayout4.xml" Id="R2eb9c667efb54262" /><Relationship Type="http://schemas.openxmlformats.org/officeDocument/2006/relationships/slideLayout" Target="/ppt/slideLayouts/slideLayout5.xml" Id="R1b920c0ed9614573" /><Relationship Type="http://schemas.openxmlformats.org/officeDocument/2006/relationships/slideLayout" Target="/ppt/slideLayouts/slideLayout6.xml" Id="R2a113e07a53643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f5840cbd11442b"/>
    <p:sldLayoutId xmlns:r="http://schemas.openxmlformats.org/officeDocument/2006/relationships" id="2147483650" r:id="Ra30e69a6f7244b1a"/>
    <p:sldLayoutId xmlns:r="http://schemas.openxmlformats.org/officeDocument/2006/relationships" id="2147483651" r:id="R290d787f38274e1a"/>
    <p:sldLayoutId xmlns:r="http://schemas.openxmlformats.org/officeDocument/2006/relationships" id="2147483652" r:id="R2eb9c667efb54262"/>
    <p:sldLayoutId xmlns:r="http://schemas.openxmlformats.org/officeDocument/2006/relationships" id="2147483653" r:id="R1b920c0ed9614573"/>
    <p:sldLayoutId xmlns:r="http://schemas.openxmlformats.org/officeDocument/2006/relationships" id="2147483654" r:id="R2a113e07a53643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f8352a9eed45c0" /><Relationship Type="http://schemas.openxmlformats.org/officeDocument/2006/relationships/notesSlide" Target="/ppt/notesSlides/notesSlide1.xml" Id="R653bc29ab5fb45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2ba6ce403e4d4f" /><Relationship Type="http://schemas.openxmlformats.org/officeDocument/2006/relationships/notesSlide" Target="/ppt/notesSlides/notesSlide2.xml" Id="Rb1b96fbdd78f41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971528553447e7" /><Relationship Type="http://schemas.openxmlformats.org/officeDocument/2006/relationships/notesSlide" Target="/ppt/notesSlides/notesSlide3.xml" Id="Rea925bf59c8245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09768996c5474a" /><Relationship Type="http://schemas.openxmlformats.org/officeDocument/2006/relationships/notesSlide" Target="/ppt/notesSlides/notesSlide4.xml" Id="R2a3a01cafd4b42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c3efe3ef064caa" /><Relationship Type="http://schemas.openxmlformats.org/officeDocument/2006/relationships/notesSlide" Target="/ppt/notesSlides/notesSlide5.xml" Id="Rc921576e42d44f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c19111906648eb" /><Relationship Type="http://schemas.openxmlformats.org/officeDocument/2006/relationships/notesSlide" Target="/ppt/notesSlides/notesSlide6.xml" Id="Rd9698b695cb24f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47926e48cc47ae" /><Relationship Type="http://schemas.openxmlformats.org/officeDocument/2006/relationships/notesSlide" Target="/ppt/notesSlides/notesSlide7.xml" Id="R5187e3c69a414d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9e7d7888324f36" /><Relationship Type="http://schemas.openxmlformats.org/officeDocument/2006/relationships/notesSlide" Target="/ppt/notesSlides/notesSlide8.xml" Id="R8c3b6fffc33749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8ee77b3bdf44f4" /><Relationship Type="http://schemas.openxmlformats.org/officeDocument/2006/relationships/notesSlide" Target="/ppt/notesSlides/notesSlide9.xml" Id="R69cbc9bb1eff44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4e34960b1243b9" /><Relationship Type="http://schemas.openxmlformats.org/officeDocument/2006/relationships/notesSlide" Target="/ppt/notesSlides/notesSlide10.xml" Id="R25eaad99154747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b6b8129788b49e7" /><Relationship Type="http://schemas.openxmlformats.org/officeDocument/2006/relationships/notesSlide" Target="/ppt/notesSlides/notesSlide11.xml" Id="Re2b0e34f7cb54b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7fb43a151344ba5" /><Relationship Type="http://schemas.openxmlformats.org/officeDocument/2006/relationships/notesSlide" Target="/ppt/notesSlides/notesSlide12.xml" Id="Re8d3a95b2b4246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c708853b23347cd" /><Relationship Type="http://schemas.openxmlformats.org/officeDocument/2006/relationships/notesSlide" Target="/ppt/notesSlides/notesSlide13.xml" Id="Rad669be019d74a51"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5B4ECC-09FA-4918-97A4-28A058035D2E}"/>
              </a:ext>
            </a:extLst>
          </p:cNvPr>
          <p:cNvSpPr>
            <a:spLocks xmlns:a="http://schemas.openxmlformats.org/drawingml/2006/main" noGrp="1"/>
          </p:cNvSpPr>
          <p:nvPr/>
        </p:nvSpPr>
        <p:spPr>
          <a:xfrm xmlns:a="http://schemas.openxmlformats.org/drawingml/2006/main">
            <a:off x="590550" y="523875"/>
            <a:ext cx="47625" cy="257175"/>
          </a:xfrm>
          <a:prstGeom xmlns:a="http://schemas.openxmlformats.org/drawingml/2006/main" prst="rect">
            <a:avLst/>
          </a:prstGeom>
          <a:solidFill xmlns:a="http://schemas.openxmlformats.org/drawingml/2006/main">
            <a:srgbClr val="5CD1B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B1C24B5-435C-4C18-B635-1E408D8FF5B8}"/>
              </a:ext>
            </a:extLst>
          </p:cNvPr>
          <p:cNvSpPr>
            <a:spLocks xmlns:a="http://schemas.openxmlformats.org/drawingml/2006/main" noGrp="1"/>
          </p:cNvSpPr>
          <p:nvPr/>
        </p:nvSpPr>
        <p:spPr>
          <a:xfrm xmlns:a="http://schemas.openxmlformats.org/drawingml/2006/main">
            <a:off x="762000" y="52387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7EE2CF"/>
                </a:solidFill>
                <a:latin typeface="Arial"/>
                <a:ea typeface="Arial"/>
                <a:cs typeface="Arial"/>
              </a:defRPr>
            </a:defPPr>
            <a:lvl1pPr algn="l">
              <a:buNone/>
              <a:defRPr sz="1200" b="1">
                <a:solidFill>
                  <a:srgbClr val="7EE2CF"/>
                </a:solidFill>
                <a:latin typeface="Arial"/>
                <a:ea typeface="Arial"/>
                <a:cs typeface="Arial"/>
              </a:defRPr>
            </a:lvl1pPr>
            <a:lvl2pPr algn="l">
              <a:buNone/>
              <a:defRPr sz="1200" b="1">
                <a:solidFill>
                  <a:srgbClr val="7EE2CF"/>
                </a:solidFill>
                <a:latin typeface="Arial"/>
                <a:ea typeface="Arial"/>
                <a:cs typeface="Arial"/>
              </a:defRPr>
            </a:lvl2pPr>
            <a:lvl3pPr algn="l">
              <a:buNone/>
              <a:defRPr sz="1200" b="1">
                <a:solidFill>
                  <a:srgbClr val="7EE2CF"/>
                </a:solidFill>
                <a:latin typeface="Arial"/>
                <a:ea typeface="Arial"/>
                <a:cs typeface="Arial"/>
              </a:defRPr>
            </a:lvl3pPr>
            <a:lvl4pPr algn="l">
              <a:buNone/>
              <a:defRPr sz="1200" b="1">
                <a:solidFill>
                  <a:srgbClr val="7EE2CF"/>
                </a:solidFill>
                <a:latin typeface="Arial"/>
                <a:ea typeface="Arial"/>
                <a:cs typeface="Arial"/>
              </a:defRPr>
            </a:lvl4pPr>
            <a:lvl5pPr algn="l">
              <a:buNone/>
              <a:defRPr sz="1200" b="1">
                <a:solidFill>
                  <a:srgbClr val="7EE2CF"/>
                </a:solidFill>
                <a:latin typeface="Arial"/>
                <a:ea typeface="Arial"/>
                <a:cs typeface="Arial"/>
              </a:defRPr>
            </a:lvl5pPr>
            <a:lvl6pPr algn="l">
              <a:buNone/>
              <a:defRPr sz="1200" b="1">
                <a:solidFill>
                  <a:srgbClr val="7EE2CF"/>
                </a:solidFill>
                <a:latin typeface="Arial"/>
                <a:ea typeface="Arial"/>
                <a:cs typeface="Arial"/>
              </a:defRPr>
            </a:lvl6pPr>
            <a:lvl7pPr algn="l">
              <a:buNone/>
              <a:defRPr sz="1200" b="1">
                <a:solidFill>
                  <a:srgbClr val="7EE2CF"/>
                </a:solidFill>
                <a:latin typeface="Arial"/>
                <a:ea typeface="Arial"/>
                <a:cs typeface="Arial"/>
              </a:defRPr>
            </a:lvl7pPr>
            <a:lvl8pPr algn="l">
              <a:buNone/>
              <a:defRPr sz="1200" b="1">
                <a:solidFill>
                  <a:srgbClr val="7EE2CF"/>
                </a:solidFill>
                <a:latin typeface="Arial"/>
                <a:ea typeface="Arial"/>
                <a:cs typeface="Arial"/>
              </a:defRPr>
            </a:lvl8pPr>
            <a:lvl9pPr algn="l">
              <a:buNone/>
              <a:defRPr sz="1200" b="1">
                <a:solidFill>
                  <a:srgbClr val="7EE2CF"/>
                </a:solidFill>
                <a:latin typeface="Arial"/>
                <a:ea typeface="Arial"/>
                <a:cs typeface="Arial"/>
              </a:defRPr>
            </a:lvl9pPr>
          </a:lstStyle>
          <a:p xmlns:a="http://schemas.openxmlformats.org/drawingml/2006/main">
            <a:pPr algn="l">
              <a:buNone/>
              <a:defRPr sz="1200" b="1">
                <a:solidFill>
                  <a:srgbClr val="7EE2CF"/>
                </a:solidFill>
                <a:latin typeface="Arial"/>
                <a:ea typeface="Arial"/>
                <a:cs typeface="Arial"/>
              </a:defRPr>
            </a:pPr>
            <a:r>
              <a:rPr sz="1200" b="1">
                <a:solidFill>
                  <a:srgbClr val="7EE2CF"/>
                </a:solidFill>
                <a:latin typeface="Arial"/>
                <a:ea typeface="Arial"/>
                <a:cs typeface="Arial"/>
              </a:rPr>
              <a:t>ELEC5623    GROUP 2</a:t>
            </a:r>
          </a:p>
        </p:txBody>
      </p:sp>
      <p:sp>
        <p:nvSpPr>
          <p:cNvPr id="3" name="">
            <a:extLst xmlns:a="http://schemas.openxmlformats.org/drawingml/2006/main">
              <a:ext uri="{FF2B5EF4-FFF2-40B4-BE49-F238E27FC236}">
                <a16:creationId xmlns:a16="http://schemas.microsoft.com/office/drawing/2014/main" id="{D9432211-5965-4133-9EC7-39B0C6DBE090}"/>
              </a:ext>
            </a:extLst>
          </p:cNvPr>
          <p:cNvSpPr>
            <a:spLocks xmlns:a="http://schemas.openxmlformats.org/drawingml/2006/main" noGrp="1"/>
          </p:cNvSpPr>
          <p:nvPr/>
        </p:nvSpPr>
        <p:spPr>
          <a:xfrm xmlns:a="http://schemas.openxmlformats.org/drawingml/2006/main">
            <a:off x="762000" y="1562100"/>
            <a:ext cx="1047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4125" b="1">
                <a:solidFill>
                  <a:srgbClr val="FFFFFF"/>
                </a:solidFill>
                <a:latin typeface="Arial"/>
                <a:ea typeface="Arial"/>
                <a:cs typeface="Arial"/>
              </a:defRPr>
            </a:defPPr>
            <a:lvl1pPr algn="l">
              <a:buNone/>
              <a:defRPr sz="4125" b="1">
                <a:solidFill>
                  <a:srgbClr val="FFFFFF"/>
                </a:solidFill>
                <a:latin typeface="Arial"/>
                <a:ea typeface="Arial"/>
                <a:cs typeface="Arial"/>
              </a:defRPr>
            </a:lvl1pPr>
            <a:lvl2pPr algn="l">
              <a:buNone/>
              <a:defRPr sz="4125" b="1">
                <a:solidFill>
                  <a:srgbClr val="FFFFFF"/>
                </a:solidFill>
                <a:latin typeface="Arial"/>
                <a:ea typeface="Arial"/>
                <a:cs typeface="Arial"/>
              </a:defRPr>
            </a:lvl2pPr>
            <a:lvl3pPr algn="l">
              <a:buNone/>
              <a:defRPr sz="4125" b="1">
                <a:solidFill>
                  <a:srgbClr val="FFFFFF"/>
                </a:solidFill>
                <a:latin typeface="Arial"/>
                <a:ea typeface="Arial"/>
                <a:cs typeface="Arial"/>
              </a:defRPr>
            </a:lvl3pPr>
            <a:lvl4pPr algn="l">
              <a:buNone/>
              <a:defRPr sz="4125" b="1">
                <a:solidFill>
                  <a:srgbClr val="FFFFFF"/>
                </a:solidFill>
                <a:latin typeface="Arial"/>
                <a:ea typeface="Arial"/>
                <a:cs typeface="Arial"/>
              </a:defRPr>
            </a:lvl4pPr>
            <a:lvl5pPr algn="l">
              <a:buNone/>
              <a:defRPr sz="4125" b="1">
                <a:solidFill>
                  <a:srgbClr val="FFFFFF"/>
                </a:solidFill>
                <a:latin typeface="Arial"/>
                <a:ea typeface="Arial"/>
                <a:cs typeface="Arial"/>
              </a:defRPr>
            </a:lvl5pPr>
            <a:lvl6pPr algn="l">
              <a:buNone/>
              <a:defRPr sz="4125" b="1">
                <a:solidFill>
                  <a:srgbClr val="FFFFFF"/>
                </a:solidFill>
                <a:latin typeface="Arial"/>
                <a:ea typeface="Arial"/>
                <a:cs typeface="Arial"/>
              </a:defRPr>
            </a:lvl6pPr>
            <a:lvl7pPr algn="l">
              <a:buNone/>
              <a:defRPr sz="4125" b="1">
                <a:solidFill>
                  <a:srgbClr val="FFFFFF"/>
                </a:solidFill>
                <a:latin typeface="Arial"/>
                <a:ea typeface="Arial"/>
                <a:cs typeface="Arial"/>
              </a:defRPr>
            </a:lvl7pPr>
            <a:lvl8pPr algn="l">
              <a:buNone/>
              <a:defRPr sz="4125" b="1">
                <a:solidFill>
                  <a:srgbClr val="FFFFFF"/>
                </a:solidFill>
                <a:latin typeface="Arial"/>
                <a:ea typeface="Arial"/>
                <a:cs typeface="Arial"/>
              </a:defRPr>
            </a:lvl8pPr>
            <a:lvl9pPr algn="l">
              <a:buNone/>
              <a:defRPr sz="4125" b="1">
                <a:solidFill>
                  <a:srgbClr val="FFFFFF"/>
                </a:solidFill>
                <a:latin typeface="Arial"/>
                <a:ea typeface="Arial"/>
                <a:cs typeface="Arial"/>
              </a:defRPr>
            </a:lvl9pPr>
          </a:lstStyle>
          <a:p xmlns:a="http://schemas.openxmlformats.org/drawingml/2006/main">
            <a:pPr algn="l">
              <a:buNone/>
              <a:defRPr sz="4125" b="1">
                <a:solidFill>
                  <a:srgbClr val="FFFFFF"/>
                </a:solidFill>
                <a:latin typeface="Arial"/>
                <a:ea typeface="Arial"/>
                <a:cs typeface="Arial"/>
              </a:defRPr>
            </a:pPr>
            <a:r>
              <a:rPr sz="4125" b="1">
                <a:solidFill>
                  <a:srgbClr val="FFFFFF"/>
                </a:solidFill>
                <a:latin typeface="Arial"/>
                <a:ea typeface="Arial"/>
                <a:cs typeface="Arial"/>
              </a:rPr>
              <a:t>AI Memory</a:t>
            </a:r>
          </a:p>
          <a:p xmlns:a="http://schemas.openxmlformats.org/drawingml/2006/main">
            <a:pPr algn="l">
              <a:buNone/>
              <a:defRPr sz="4125" b="1">
                <a:solidFill>
                  <a:srgbClr val="FFFFFF"/>
                </a:solidFill>
                <a:latin typeface="Arial"/>
                <a:ea typeface="Arial"/>
                <a:cs typeface="Arial"/>
              </a:defRPr>
            </a:pPr>
            <a:r>
              <a:rPr sz="4125" b="1">
                <a:solidFill>
                  <a:srgbClr val="FFFFFF"/>
                </a:solidFill>
                <a:latin typeface="Arial"/>
                <a:ea typeface="Arial"/>
                <a:cs typeface="Arial"/>
              </a:rPr>
              <a:t>Health Auditor</a:t>
            </a:r>
          </a:p>
        </p:txBody>
      </p:sp>
      <p:sp>
        <p:nvSpPr>
          <p:cNvPr id="4" name="">
            <a:extLst xmlns:a="http://schemas.openxmlformats.org/drawingml/2006/main">
              <a:ext uri="{FF2B5EF4-FFF2-40B4-BE49-F238E27FC236}">
                <a16:creationId xmlns:a16="http://schemas.microsoft.com/office/drawing/2014/main" id="{59930C74-D067-4C14-AC56-E4973CCD0389}"/>
              </a:ext>
            </a:extLst>
          </p:cNvPr>
          <p:cNvSpPr>
            <a:spLocks xmlns:a="http://schemas.openxmlformats.org/drawingml/2006/main" noGrp="1"/>
          </p:cNvSpPr>
          <p:nvPr/>
        </p:nvSpPr>
        <p:spPr>
          <a:xfrm xmlns:a="http://schemas.openxmlformats.org/drawingml/2006/main">
            <a:off x="762000" y="3190875"/>
            <a:ext cx="9715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025" b="0">
                <a:solidFill>
                  <a:srgbClr val="D4E5EA"/>
                </a:solidFill>
                <a:latin typeface="Arial"/>
                <a:ea typeface="Arial"/>
                <a:cs typeface="Arial"/>
              </a:defRPr>
            </a:defPPr>
            <a:lvl1pPr algn="l">
              <a:buNone/>
              <a:defRPr sz="2025" b="0">
                <a:solidFill>
                  <a:srgbClr val="D4E5EA"/>
                </a:solidFill>
                <a:latin typeface="Arial"/>
                <a:ea typeface="Arial"/>
                <a:cs typeface="Arial"/>
              </a:defRPr>
            </a:lvl1pPr>
            <a:lvl2pPr algn="l">
              <a:buNone/>
              <a:defRPr sz="2025" b="0">
                <a:solidFill>
                  <a:srgbClr val="D4E5EA"/>
                </a:solidFill>
                <a:latin typeface="Arial"/>
                <a:ea typeface="Arial"/>
                <a:cs typeface="Arial"/>
              </a:defRPr>
            </a:lvl2pPr>
            <a:lvl3pPr algn="l">
              <a:buNone/>
              <a:defRPr sz="2025" b="0">
                <a:solidFill>
                  <a:srgbClr val="D4E5EA"/>
                </a:solidFill>
                <a:latin typeface="Arial"/>
                <a:ea typeface="Arial"/>
                <a:cs typeface="Arial"/>
              </a:defRPr>
            </a:lvl3pPr>
            <a:lvl4pPr algn="l">
              <a:buNone/>
              <a:defRPr sz="2025" b="0">
                <a:solidFill>
                  <a:srgbClr val="D4E5EA"/>
                </a:solidFill>
                <a:latin typeface="Arial"/>
                <a:ea typeface="Arial"/>
                <a:cs typeface="Arial"/>
              </a:defRPr>
            </a:lvl4pPr>
            <a:lvl5pPr algn="l">
              <a:buNone/>
              <a:defRPr sz="2025" b="0">
                <a:solidFill>
                  <a:srgbClr val="D4E5EA"/>
                </a:solidFill>
                <a:latin typeface="Arial"/>
                <a:ea typeface="Arial"/>
                <a:cs typeface="Arial"/>
              </a:defRPr>
            </a:lvl5pPr>
            <a:lvl6pPr algn="l">
              <a:buNone/>
              <a:defRPr sz="2025" b="0">
                <a:solidFill>
                  <a:srgbClr val="D4E5EA"/>
                </a:solidFill>
                <a:latin typeface="Arial"/>
                <a:ea typeface="Arial"/>
                <a:cs typeface="Arial"/>
              </a:defRPr>
            </a:lvl6pPr>
            <a:lvl7pPr algn="l">
              <a:buNone/>
              <a:defRPr sz="2025" b="0">
                <a:solidFill>
                  <a:srgbClr val="D4E5EA"/>
                </a:solidFill>
                <a:latin typeface="Arial"/>
                <a:ea typeface="Arial"/>
                <a:cs typeface="Arial"/>
              </a:defRPr>
            </a:lvl7pPr>
            <a:lvl8pPr algn="l">
              <a:buNone/>
              <a:defRPr sz="2025" b="0">
                <a:solidFill>
                  <a:srgbClr val="D4E5EA"/>
                </a:solidFill>
                <a:latin typeface="Arial"/>
                <a:ea typeface="Arial"/>
                <a:cs typeface="Arial"/>
              </a:defRPr>
            </a:lvl8pPr>
            <a:lvl9pPr algn="l">
              <a:buNone/>
              <a:defRPr sz="2025" b="0">
                <a:solidFill>
                  <a:srgbClr val="D4E5EA"/>
                </a:solidFill>
                <a:latin typeface="Arial"/>
                <a:ea typeface="Arial"/>
                <a:cs typeface="Arial"/>
              </a:defRPr>
            </a:lvl9pPr>
          </a:lstStyle>
          <a:p xmlns:a="http://schemas.openxmlformats.org/drawingml/2006/main">
            <a:pPr algn="l">
              <a:buNone/>
              <a:defRPr sz="2025" b="0">
                <a:solidFill>
                  <a:srgbClr val="D4E5EA"/>
                </a:solidFill>
                <a:latin typeface="Arial"/>
                <a:ea typeface="Arial"/>
                <a:cs typeface="Arial"/>
              </a:defRPr>
            </a:pPr>
            <a:r>
              <a:rPr sz="2025" b="0">
                <a:solidFill>
                  <a:srgbClr val="D4E5EA"/>
                </a:solidFill>
                <a:latin typeface="Arial"/>
                <a:ea typeface="Arial"/>
                <a:cs typeface="Arial"/>
              </a:rPr>
              <a:t>Detect memory failures, inspect evidence, and test improvements</a:t>
            </a:r>
          </a:p>
        </p:txBody>
      </p:sp>
      <p:sp>
        <p:nvSpPr>
          <p:cNvPr id="5" name="">
            <a:extLst xmlns:a="http://schemas.openxmlformats.org/drawingml/2006/main">
              <a:ext uri="{FF2B5EF4-FFF2-40B4-BE49-F238E27FC236}">
                <a16:creationId xmlns:a16="http://schemas.microsoft.com/office/drawing/2014/main" id="{D1F2C4B5-71D1-45C1-B28A-D13CD6A5E324}"/>
              </a:ext>
            </a:extLst>
          </p:cNvPr>
          <p:cNvSpPr>
            <a:spLocks xmlns:a="http://schemas.openxmlformats.org/drawingml/2006/main" noGrp="1"/>
          </p:cNvSpPr>
          <p:nvPr/>
        </p:nvSpPr>
        <p:spPr>
          <a:xfrm xmlns:a="http://schemas.openxmlformats.org/drawingml/2006/main">
            <a:off x="762000" y="5381625"/>
            <a:ext cx="10477500" cy="9525"/>
          </a:xfrm>
          <a:prstGeom xmlns:a="http://schemas.openxmlformats.org/drawingml/2006/main" prst="rect">
            <a:avLst/>
          </a:prstGeom>
          <a:solidFill xmlns:a="http://schemas.openxmlformats.org/drawingml/2006/main">
            <a:srgbClr val="58708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9869100-CFF6-403D-8BEF-22A6A11FFE2C}"/>
              </a:ext>
            </a:extLst>
          </p:cNvPr>
          <p:cNvSpPr>
            <a:spLocks xmlns:a="http://schemas.openxmlformats.org/drawingml/2006/main" noGrp="1"/>
          </p:cNvSpPr>
          <p:nvPr/>
        </p:nvSpPr>
        <p:spPr>
          <a:xfrm xmlns:a="http://schemas.openxmlformats.org/drawingml/2006/main">
            <a:off x="762000" y="566737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a:solidFill>
                  <a:srgbClr val="D4E5EA"/>
                </a:solidFill>
                <a:latin typeface="Arial"/>
                <a:ea typeface="Arial"/>
                <a:cs typeface="Arial"/>
              </a:defRPr>
            </a:defPPr>
            <a:lvl1pPr algn="l">
              <a:buNone/>
              <a:defRPr sz="1275" b="0">
                <a:solidFill>
                  <a:srgbClr val="D4E5EA"/>
                </a:solidFill>
                <a:latin typeface="Arial"/>
                <a:ea typeface="Arial"/>
                <a:cs typeface="Arial"/>
              </a:defRPr>
            </a:lvl1pPr>
            <a:lvl2pPr algn="l">
              <a:buNone/>
              <a:defRPr sz="1275" b="0">
                <a:solidFill>
                  <a:srgbClr val="D4E5EA"/>
                </a:solidFill>
                <a:latin typeface="Arial"/>
                <a:ea typeface="Arial"/>
                <a:cs typeface="Arial"/>
              </a:defRPr>
            </a:lvl2pPr>
            <a:lvl3pPr algn="l">
              <a:buNone/>
              <a:defRPr sz="1275" b="0">
                <a:solidFill>
                  <a:srgbClr val="D4E5EA"/>
                </a:solidFill>
                <a:latin typeface="Arial"/>
                <a:ea typeface="Arial"/>
                <a:cs typeface="Arial"/>
              </a:defRPr>
            </a:lvl3pPr>
            <a:lvl4pPr algn="l">
              <a:buNone/>
              <a:defRPr sz="1275" b="0">
                <a:solidFill>
                  <a:srgbClr val="D4E5EA"/>
                </a:solidFill>
                <a:latin typeface="Arial"/>
                <a:ea typeface="Arial"/>
                <a:cs typeface="Arial"/>
              </a:defRPr>
            </a:lvl4pPr>
            <a:lvl5pPr algn="l">
              <a:buNone/>
              <a:defRPr sz="1275" b="0">
                <a:solidFill>
                  <a:srgbClr val="D4E5EA"/>
                </a:solidFill>
                <a:latin typeface="Arial"/>
                <a:ea typeface="Arial"/>
                <a:cs typeface="Arial"/>
              </a:defRPr>
            </a:lvl5pPr>
            <a:lvl6pPr algn="l">
              <a:buNone/>
              <a:defRPr sz="1275" b="0">
                <a:solidFill>
                  <a:srgbClr val="D4E5EA"/>
                </a:solidFill>
                <a:latin typeface="Arial"/>
                <a:ea typeface="Arial"/>
                <a:cs typeface="Arial"/>
              </a:defRPr>
            </a:lvl6pPr>
            <a:lvl7pPr algn="l">
              <a:buNone/>
              <a:defRPr sz="1275" b="0">
                <a:solidFill>
                  <a:srgbClr val="D4E5EA"/>
                </a:solidFill>
                <a:latin typeface="Arial"/>
                <a:ea typeface="Arial"/>
                <a:cs typeface="Arial"/>
              </a:defRPr>
            </a:lvl7pPr>
            <a:lvl8pPr algn="l">
              <a:buNone/>
              <a:defRPr sz="1275" b="0">
                <a:solidFill>
                  <a:srgbClr val="D4E5EA"/>
                </a:solidFill>
                <a:latin typeface="Arial"/>
                <a:ea typeface="Arial"/>
                <a:cs typeface="Arial"/>
              </a:defRPr>
            </a:lvl8pPr>
            <a:lvl9pPr algn="l">
              <a:buNone/>
              <a:defRPr sz="1275" b="0">
                <a:solidFill>
                  <a:srgbClr val="D4E5EA"/>
                </a:solidFill>
                <a:latin typeface="Arial"/>
                <a:ea typeface="Arial"/>
                <a:cs typeface="Arial"/>
              </a:defRPr>
            </a:lvl9pPr>
          </a:lstStyle>
          <a:p xmlns:a="http://schemas.openxmlformats.org/drawingml/2006/main">
            <a:pPr algn="l">
              <a:buNone/>
              <a:defRPr sz="1275" b="0">
                <a:solidFill>
                  <a:srgbClr val="D4E5EA"/>
                </a:solidFill>
                <a:latin typeface="Arial"/>
                <a:ea typeface="Arial"/>
                <a:cs typeface="Arial"/>
              </a:defRPr>
            </a:pPr>
            <a:r>
              <a:rPr sz="1275" b="0">
                <a:solidFill>
                  <a:srgbClr val="D4E5EA"/>
                </a:solidFill>
                <a:latin typeface="Arial"/>
                <a:ea typeface="Arial"/>
                <a:cs typeface="Arial"/>
              </a:rPr>
              <a:t>Speaker 1   ·   Speaker 2   ·   Speaker 3   ·   Speaker 4</a:t>
            </a:r>
          </a:p>
        </p:txBody>
      </p:sp>
    </p:spTree>
    <p:extLst>
      <p:ext uri="{BB962C8B-B14F-4D97-AF65-F5344CB8AC3E}">
        <p14:creationId xmlns:p14="http://schemas.microsoft.com/office/powerpoint/2010/main" val="684982946"/>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7EA246-3E88-4A66-8432-8A25BF783448}"/>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378C43-BDC4-42D4-B713-597EF3044277}"/>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1     •     02</a:t>
            </a:r>
          </a:p>
        </p:txBody>
      </p:sp>
      <p:sp>
        <p:nvSpPr>
          <p:cNvPr id="3" name="">
            <a:extLst xmlns:a="http://schemas.openxmlformats.org/drawingml/2006/main">
              <a:ext uri="{FF2B5EF4-FFF2-40B4-BE49-F238E27FC236}">
                <a16:creationId xmlns:a16="http://schemas.microsoft.com/office/drawing/2014/main" id="{32790431-C249-4491-A178-D1911D027CF3}"/>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Why audit AI memory?</a:t>
            </a:r>
          </a:p>
        </p:txBody>
      </p:sp>
      <p:sp>
        <p:nvSpPr>
          <p:cNvPr id="4" name="">
            <a:extLst xmlns:a="http://schemas.openxmlformats.org/drawingml/2006/main">
              <a:ext uri="{FF2B5EF4-FFF2-40B4-BE49-F238E27FC236}">
                <a16:creationId xmlns:a16="http://schemas.microsoft.com/office/drawing/2014/main" id="{E56BD122-8F79-418C-BD33-EF771FADB7B5}"/>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A memory can be accurate when stored and still be used incorrectly later.</a:t>
            </a:r>
          </a:p>
        </p:txBody>
      </p:sp>
      <p:sp>
        <p:nvSpPr>
          <p:cNvPr id="5" name="">
            <a:extLst xmlns:a="http://schemas.openxmlformats.org/drawingml/2006/main">
              <a:ext uri="{FF2B5EF4-FFF2-40B4-BE49-F238E27FC236}">
                <a16:creationId xmlns:a16="http://schemas.microsoft.com/office/drawing/2014/main" id="{E97595AF-A930-471A-ABBE-37FD25DC7952}"/>
              </a:ext>
            </a:extLst>
          </p:cNvPr>
          <p:cNvSpPr>
            <a:spLocks xmlns:a="http://schemas.openxmlformats.org/drawingml/2006/main" noGrp="1"/>
          </p:cNvSpPr>
          <p:nvPr/>
        </p:nvSpPr>
        <p:spPr>
          <a:xfrm xmlns:a="http://schemas.openxmlformats.org/drawingml/2006/main">
            <a:off x="628650" y="2266950"/>
            <a:ext cx="3333750" cy="2476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5828C3E-A43E-47B2-B57E-3326AE03264B}"/>
              </a:ext>
            </a:extLst>
          </p:cNvPr>
          <p:cNvSpPr>
            <a:spLocks xmlns:a="http://schemas.openxmlformats.org/drawingml/2006/main" noGrp="1"/>
          </p:cNvSpPr>
          <p:nvPr/>
        </p:nvSpPr>
        <p:spPr>
          <a:xfrm xmlns:a="http://schemas.openxmlformats.org/drawingml/2006/main">
            <a:off x="628650" y="2266950"/>
            <a:ext cx="47625" cy="2476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0C33B66-9128-427B-B0E3-2F2A75378F10}"/>
              </a:ext>
            </a:extLst>
          </p:cNvPr>
          <p:cNvSpPr>
            <a:spLocks xmlns:a="http://schemas.openxmlformats.org/drawingml/2006/main" noGrp="1"/>
          </p:cNvSpPr>
          <p:nvPr/>
        </p:nvSpPr>
        <p:spPr>
          <a:xfrm xmlns:a="http://schemas.openxmlformats.org/drawingml/2006/main">
            <a:off x="819150" y="24384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91A9DA5D-A7E4-4D36-AB48-ACF2916E3714}"/>
              </a:ext>
            </a:extLst>
          </p:cNvPr>
          <p:cNvSpPr>
            <a:spLocks xmlns:a="http://schemas.openxmlformats.org/drawingml/2006/main" noGrp="1"/>
          </p:cNvSpPr>
          <p:nvPr/>
        </p:nvSpPr>
        <p:spPr>
          <a:xfrm xmlns:a="http://schemas.openxmlformats.org/drawingml/2006/main">
            <a:off x="819150" y="2781300"/>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Prefers Python</a:t>
            </a:r>
          </a:p>
        </p:txBody>
      </p:sp>
      <p:sp>
        <p:nvSpPr>
          <p:cNvPr id="9" name="">
            <a:extLst xmlns:a="http://schemas.openxmlformats.org/drawingml/2006/main">
              <a:ext uri="{FF2B5EF4-FFF2-40B4-BE49-F238E27FC236}">
                <a16:creationId xmlns:a16="http://schemas.microsoft.com/office/drawing/2014/main" id="{334890B5-8F2E-43CB-85CE-6728A00205CD}"/>
              </a:ext>
            </a:extLst>
          </p:cNvPr>
          <p:cNvSpPr>
            <a:spLocks xmlns:a="http://schemas.openxmlformats.org/drawingml/2006/main" noGrp="1"/>
          </p:cNvSpPr>
          <p:nvPr/>
        </p:nvSpPr>
        <p:spPr>
          <a:xfrm xmlns:a="http://schemas.openxmlformats.org/drawingml/2006/main">
            <a:off x="819150" y="3276600"/>
            <a:ext cx="2952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General preference across projects.</a:t>
            </a:r>
          </a:p>
        </p:txBody>
      </p:sp>
      <p:sp>
        <p:nvSpPr>
          <p:cNvPr id="10" name="">
            <a:extLst xmlns:a="http://schemas.openxmlformats.org/drawingml/2006/main">
              <a:ext uri="{FF2B5EF4-FFF2-40B4-BE49-F238E27FC236}">
                <a16:creationId xmlns:a16="http://schemas.microsoft.com/office/drawing/2014/main" id="{7510479C-D67D-472C-9099-927A33904218}"/>
              </a:ext>
            </a:extLst>
          </p:cNvPr>
          <p:cNvSpPr>
            <a:spLocks xmlns:a="http://schemas.openxmlformats.org/drawingml/2006/main" noGrp="1"/>
          </p:cNvSpPr>
          <p:nvPr/>
        </p:nvSpPr>
        <p:spPr>
          <a:xfrm xmlns:a="http://schemas.openxmlformats.org/drawingml/2006/main">
            <a:off x="4429125" y="2266950"/>
            <a:ext cx="3333750" cy="2476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D523D65-72B2-4F68-9E09-0E85E4F0BAB9}"/>
              </a:ext>
            </a:extLst>
          </p:cNvPr>
          <p:cNvSpPr>
            <a:spLocks xmlns:a="http://schemas.openxmlformats.org/drawingml/2006/main" noGrp="1"/>
          </p:cNvSpPr>
          <p:nvPr/>
        </p:nvSpPr>
        <p:spPr>
          <a:xfrm xmlns:a="http://schemas.openxmlformats.org/drawingml/2006/main">
            <a:off x="4429125" y="2266950"/>
            <a:ext cx="47625" cy="2476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D89B69-CDAB-44D2-8AA8-761D52DB14DD}"/>
              </a:ext>
            </a:extLst>
          </p:cNvPr>
          <p:cNvSpPr>
            <a:spLocks xmlns:a="http://schemas.openxmlformats.org/drawingml/2006/main" noGrp="1"/>
          </p:cNvSpPr>
          <p:nvPr/>
        </p:nvSpPr>
        <p:spPr>
          <a:xfrm xmlns:a="http://schemas.openxmlformats.org/drawingml/2006/main">
            <a:off x="4619625" y="24384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PROJECT</a:t>
            </a:r>
          </a:p>
        </p:txBody>
      </p:sp>
      <p:sp>
        <p:nvSpPr>
          <p:cNvPr id="13" name="">
            <a:extLst xmlns:a="http://schemas.openxmlformats.org/drawingml/2006/main">
              <a:ext uri="{FF2B5EF4-FFF2-40B4-BE49-F238E27FC236}">
                <a16:creationId xmlns:a16="http://schemas.microsoft.com/office/drawing/2014/main" id="{16B1075F-F37A-4914-A305-E19EA674339F}"/>
              </a:ext>
            </a:extLst>
          </p:cNvPr>
          <p:cNvSpPr>
            <a:spLocks xmlns:a="http://schemas.openxmlformats.org/drawingml/2006/main" noGrp="1"/>
          </p:cNvSpPr>
          <p:nvPr/>
        </p:nvSpPr>
        <p:spPr>
          <a:xfrm xmlns:a="http://schemas.openxmlformats.org/drawingml/2006/main">
            <a:off x="4619625" y="2781300"/>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Java for Cedar</a:t>
            </a:r>
          </a:p>
        </p:txBody>
      </p:sp>
      <p:sp>
        <p:nvSpPr>
          <p:cNvPr id="14" name="">
            <a:extLst xmlns:a="http://schemas.openxmlformats.org/drawingml/2006/main">
              <a:ext uri="{FF2B5EF4-FFF2-40B4-BE49-F238E27FC236}">
                <a16:creationId xmlns:a16="http://schemas.microsoft.com/office/drawing/2014/main" id="{F5CD6A47-3AFB-4529-9295-FA01A7C2C28A}"/>
              </a:ext>
            </a:extLst>
          </p:cNvPr>
          <p:cNvSpPr>
            <a:spLocks xmlns:a="http://schemas.openxmlformats.org/drawingml/2006/main" noGrp="1"/>
          </p:cNvSpPr>
          <p:nvPr/>
        </p:nvSpPr>
        <p:spPr>
          <a:xfrm xmlns:a="http://schemas.openxmlformats.org/drawingml/2006/main">
            <a:off x="4619625" y="3276600"/>
            <a:ext cx="2952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A specific project requires Java.</a:t>
            </a:r>
          </a:p>
        </p:txBody>
      </p:sp>
      <p:sp>
        <p:nvSpPr>
          <p:cNvPr id="15" name="">
            <a:extLst xmlns:a="http://schemas.openxmlformats.org/drawingml/2006/main">
              <a:ext uri="{FF2B5EF4-FFF2-40B4-BE49-F238E27FC236}">
                <a16:creationId xmlns:a16="http://schemas.microsoft.com/office/drawing/2014/main" id="{401C56C6-AB0B-45D1-B051-68096B32C5D1}"/>
              </a:ext>
            </a:extLst>
          </p:cNvPr>
          <p:cNvSpPr>
            <a:spLocks xmlns:a="http://schemas.openxmlformats.org/drawingml/2006/main" noGrp="1"/>
          </p:cNvSpPr>
          <p:nvPr/>
        </p:nvSpPr>
        <p:spPr>
          <a:xfrm xmlns:a="http://schemas.openxmlformats.org/drawingml/2006/main">
            <a:off x="8239125" y="2266950"/>
            <a:ext cx="3333750" cy="2476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FBFB00-6484-40B8-9459-C37DF1D5080B}"/>
              </a:ext>
            </a:extLst>
          </p:cNvPr>
          <p:cNvSpPr>
            <a:spLocks xmlns:a="http://schemas.openxmlformats.org/drawingml/2006/main" noGrp="1"/>
          </p:cNvSpPr>
          <p:nvPr/>
        </p:nvSpPr>
        <p:spPr>
          <a:xfrm xmlns:a="http://schemas.openxmlformats.org/drawingml/2006/main">
            <a:off x="8239125" y="2266950"/>
            <a:ext cx="47625" cy="2476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A33C91C-548C-4437-BF19-BBAF45917BE1}"/>
              </a:ext>
            </a:extLst>
          </p:cNvPr>
          <p:cNvSpPr>
            <a:spLocks xmlns:a="http://schemas.openxmlformats.org/drawingml/2006/main" noGrp="1"/>
          </p:cNvSpPr>
          <p:nvPr/>
        </p:nvSpPr>
        <p:spPr>
          <a:xfrm xmlns:a="http://schemas.openxmlformats.org/drawingml/2006/main">
            <a:off x="8429625" y="2438400"/>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RISK</a:t>
            </a:r>
          </a:p>
        </p:txBody>
      </p:sp>
      <p:sp>
        <p:nvSpPr>
          <p:cNvPr id="18" name="">
            <a:extLst xmlns:a="http://schemas.openxmlformats.org/drawingml/2006/main">
              <a:ext uri="{FF2B5EF4-FFF2-40B4-BE49-F238E27FC236}">
                <a16:creationId xmlns:a16="http://schemas.microsoft.com/office/drawing/2014/main" id="{C3D26687-DE82-4005-A547-00A8994460E1}"/>
              </a:ext>
            </a:extLst>
          </p:cNvPr>
          <p:cNvSpPr>
            <a:spLocks xmlns:a="http://schemas.openxmlformats.org/drawingml/2006/main" noGrp="1"/>
          </p:cNvSpPr>
          <p:nvPr/>
        </p:nvSpPr>
        <p:spPr>
          <a:xfrm xmlns:a="http://schemas.openxmlformats.org/drawingml/2006/main">
            <a:off x="8429625" y="2781300"/>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Wrong context</a:t>
            </a:r>
          </a:p>
        </p:txBody>
      </p:sp>
      <p:sp>
        <p:nvSpPr>
          <p:cNvPr id="19" name="">
            <a:extLst xmlns:a="http://schemas.openxmlformats.org/drawingml/2006/main">
              <a:ext uri="{FF2B5EF4-FFF2-40B4-BE49-F238E27FC236}">
                <a16:creationId xmlns:a16="http://schemas.microsoft.com/office/drawing/2014/main" id="{496ADEF2-1EA9-4E3F-ABFE-9FA95DABA94A}"/>
              </a:ext>
            </a:extLst>
          </p:cNvPr>
          <p:cNvSpPr>
            <a:spLocks xmlns:a="http://schemas.openxmlformats.org/drawingml/2006/main" noGrp="1"/>
          </p:cNvSpPr>
          <p:nvPr/>
        </p:nvSpPr>
        <p:spPr>
          <a:xfrm xmlns:a="http://schemas.openxmlformats.org/drawingml/2006/main">
            <a:off x="8429625" y="3276600"/>
            <a:ext cx="2952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An answer that applies Python to Cedar misses the task-specific requirement.</a:t>
            </a:r>
          </a:p>
        </p:txBody>
      </p:sp>
      <p:sp>
        <p:nvSpPr>
          <p:cNvPr id="20" name="">
            <a:extLst xmlns:a="http://schemas.openxmlformats.org/drawingml/2006/main">
              <a:ext uri="{FF2B5EF4-FFF2-40B4-BE49-F238E27FC236}">
                <a16:creationId xmlns:a16="http://schemas.microsoft.com/office/drawing/2014/main" id="{81E93738-655F-45AF-AA52-7AF783D71502}"/>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D32D7A7-517B-452B-8CCB-39F34431C632}"/>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Example for explanation. Real audits retain the source, question, answer and assessment.</a:t>
            </a:r>
          </a:p>
        </p:txBody>
      </p:sp>
    </p:spTree>
    <p:extLst>
      <p:ext uri="{BB962C8B-B14F-4D97-AF65-F5344CB8AC3E}">
        <p14:creationId xmlns:p14="http://schemas.microsoft.com/office/powerpoint/2010/main" val="54375856"/>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B088671-3C40-4A9B-ACE9-6968B42A813F}"/>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FFFAA5-B250-4B29-A0F3-76A992884A64}"/>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1     •     03</a:t>
            </a:r>
          </a:p>
        </p:txBody>
      </p:sp>
      <p:sp>
        <p:nvSpPr>
          <p:cNvPr id="3" name="">
            <a:extLst xmlns:a="http://schemas.openxmlformats.org/drawingml/2006/main">
              <a:ext uri="{FF2B5EF4-FFF2-40B4-BE49-F238E27FC236}">
                <a16:creationId xmlns:a16="http://schemas.microsoft.com/office/drawing/2014/main" id="{4ABDE6D6-F460-4DC3-9666-196025F6B702}"/>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How the auditor works</a:t>
            </a:r>
          </a:p>
        </p:txBody>
      </p:sp>
      <p:sp>
        <p:nvSpPr>
          <p:cNvPr id="4" name="">
            <a:extLst xmlns:a="http://schemas.openxmlformats.org/drawingml/2006/main">
              <a:ext uri="{FF2B5EF4-FFF2-40B4-BE49-F238E27FC236}">
                <a16:creationId xmlns:a16="http://schemas.microsoft.com/office/drawing/2014/main" id="{D3B0DD8B-6A6E-4658-8EBA-C63274F29E2F}"/>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A human confirms the source facts before the target is tested.</a:t>
            </a:r>
          </a:p>
        </p:txBody>
      </p:sp>
      <p:sp>
        <p:nvSpPr>
          <p:cNvPr id="5" name="">
            <a:extLst xmlns:a="http://schemas.openxmlformats.org/drawingml/2006/main">
              <a:ext uri="{FF2B5EF4-FFF2-40B4-BE49-F238E27FC236}">
                <a16:creationId xmlns:a16="http://schemas.microsoft.com/office/drawing/2014/main" id="{5B68078E-B931-43EB-8A38-1DD0666E8B20}"/>
              </a:ext>
            </a:extLst>
          </p:cNvPr>
          <p:cNvSpPr>
            <a:spLocks xmlns:a="http://schemas.openxmlformats.org/drawingml/2006/main" noGrp="1"/>
          </p:cNvSpPr>
          <p:nvPr/>
        </p:nvSpPr>
        <p:spPr>
          <a:xfrm xmlns:a="http://schemas.openxmlformats.org/drawingml/2006/main">
            <a:off x="60007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C52B52-1CCA-4296-9C7E-90A499560A77}"/>
              </a:ext>
            </a:extLst>
          </p:cNvPr>
          <p:cNvSpPr>
            <a:spLocks xmlns:a="http://schemas.openxmlformats.org/drawingml/2006/main" noGrp="1"/>
          </p:cNvSpPr>
          <p:nvPr/>
        </p:nvSpPr>
        <p:spPr>
          <a:xfrm xmlns:a="http://schemas.openxmlformats.org/drawingml/2006/main">
            <a:off x="60007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0182D8-ED7B-47A3-80B0-78C33AA5BBB4}"/>
              </a:ext>
            </a:extLst>
          </p:cNvPr>
          <p:cNvSpPr>
            <a:spLocks xmlns:a="http://schemas.openxmlformats.org/drawingml/2006/main" noGrp="1"/>
          </p:cNvSpPr>
          <p:nvPr/>
        </p:nvSpPr>
        <p:spPr>
          <a:xfrm xmlns:a="http://schemas.openxmlformats.org/drawingml/2006/main">
            <a:off x="77152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1  SOURCE</a:t>
            </a:r>
          </a:p>
        </p:txBody>
      </p:sp>
      <p:sp>
        <p:nvSpPr>
          <p:cNvPr id="8" name="">
            <a:extLst xmlns:a="http://schemas.openxmlformats.org/drawingml/2006/main">
              <a:ext uri="{FF2B5EF4-FFF2-40B4-BE49-F238E27FC236}">
                <a16:creationId xmlns:a16="http://schemas.microsoft.com/office/drawing/2014/main" id="{43C811AF-7A86-4EAD-BA33-B0B2DC746D44}"/>
              </a:ext>
            </a:extLst>
          </p:cNvPr>
          <p:cNvSpPr>
            <a:spLocks xmlns:a="http://schemas.openxmlformats.org/drawingml/2006/main" noGrp="1"/>
          </p:cNvSpPr>
          <p:nvPr/>
        </p:nvSpPr>
        <p:spPr>
          <a:xfrm xmlns:a="http://schemas.openxmlformats.org/drawingml/2006/main">
            <a:off x="77152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99E7E6DC-BE7D-44DD-8291-6D18A94A9704}"/>
              </a:ext>
            </a:extLst>
          </p:cNvPr>
          <p:cNvSpPr>
            <a:spLocks xmlns:a="http://schemas.openxmlformats.org/drawingml/2006/main" noGrp="1"/>
          </p:cNvSpPr>
          <p:nvPr/>
        </p:nvSpPr>
        <p:spPr>
          <a:xfrm xmlns:a="http://schemas.openxmlformats.org/drawingml/2006/main">
            <a:off x="256222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8D770607-49B2-4A6C-A86A-06E5A3084DE8}"/>
              </a:ext>
            </a:extLst>
          </p:cNvPr>
          <p:cNvSpPr>
            <a:spLocks xmlns:a="http://schemas.openxmlformats.org/drawingml/2006/main" noGrp="1"/>
          </p:cNvSpPr>
          <p:nvPr/>
        </p:nvSpPr>
        <p:spPr>
          <a:xfrm xmlns:a="http://schemas.openxmlformats.org/drawingml/2006/main">
            <a:off x="286702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3319D39-61D1-4B3C-B7B4-CC4FE24EE45B}"/>
              </a:ext>
            </a:extLst>
          </p:cNvPr>
          <p:cNvSpPr>
            <a:spLocks xmlns:a="http://schemas.openxmlformats.org/drawingml/2006/main" noGrp="1"/>
          </p:cNvSpPr>
          <p:nvPr/>
        </p:nvSpPr>
        <p:spPr>
          <a:xfrm xmlns:a="http://schemas.openxmlformats.org/drawingml/2006/main">
            <a:off x="286702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600374-1EBE-4C97-8030-1DBF6D4B582C}"/>
              </a:ext>
            </a:extLst>
          </p:cNvPr>
          <p:cNvSpPr>
            <a:spLocks xmlns:a="http://schemas.openxmlformats.org/drawingml/2006/main" noGrp="1"/>
          </p:cNvSpPr>
          <p:nvPr/>
        </p:nvSpPr>
        <p:spPr>
          <a:xfrm xmlns:a="http://schemas.openxmlformats.org/drawingml/2006/main">
            <a:off x="303847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2  EXTRACT</a:t>
            </a:r>
          </a:p>
        </p:txBody>
      </p:sp>
      <p:sp>
        <p:nvSpPr>
          <p:cNvPr id="13" name="">
            <a:extLst xmlns:a="http://schemas.openxmlformats.org/drawingml/2006/main">
              <a:ext uri="{FF2B5EF4-FFF2-40B4-BE49-F238E27FC236}">
                <a16:creationId xmlns:a16="http://schemas.microsoft.com/office/drawing/2014/main" id="{C9B7D1B4-1C32-4FF7-A676-8D05682B0E21}"/>
              </a:ext>
            </a:extLst>
          </p:cNvPr>
          <p:cNvSpPr>
            <a:spLocks xmlns:a="http://schemas.openxmlformats.org/drawingml/2006/main" noGrp="1"/>
          </p:cNvSpPr>
          <p:nvPr/>
        </p:nvSpPr>
        <p:spPr>
          <a:xfrm xmlns:a="http://schemas.openxmlformats.org/drawingml/2006/main">
            <a:off x="303847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Facts + links</a:t>
            </a:r>
          </a:p>
        </p:txBody>
      </p:sp>
      <p:sp>
        <p:nvSpPr>
          <p:cNvPr id="14" name="">
            <a:extLst xmlns:a="http://schemas.openxmlformats.org/drawingml/2006/main">
              <a:ext uri="{FF2B5EF4-FFF2-40B4-BE49-F238E27FC236}">
                <a16:creationId xmlns:a16="http://schemas.microsoft.com/office/drawing/2014/main" id="{6B5690CC-C203-4E3A-8F59-B100BCA96604}"/>
              </a:ext>
            </a:extLst>
          </p:cNvPr>
          <p:cNvSpPr>
            <a:spLocks xmlns:a="http://schemas.openxmlformats.org/drawingml/2006/main" noGrp="1"/>
          </p:cNvSpPr>
          <p:nvPr/>
        </p:nvSpPr>
        <p:spPr>
          <a:xfrm xmlns:a="http://schemas.openxmlformats.org/drawingml/2006/main">
            <a:off x="482917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CAE3F315-8918-47ED-84A7-9819F6910B36}"/>
              </a:ext>
            </a:extLst>
          </p:cNvPr>
          <p:cNvSpPr>
            <a:spLocks xmlns:a="http://schemas.openxmlformats.org/drawingml/2006/main" noGrp="1"/>
          </p:cNvSpPr>
          <p:nvPr/>
        </p:nvSpPr>
        <p:spPr>
          <a:xfrm xmlns:a="http://schemas.openxmlformats.org/drawingml/2006/main">
            <a:off x="513397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48B371C-66D6-4734-B10E-EF79715CFD07}"/>
              </a:ext>
            </a:extLst>
          </p:cNvPr>
          <p:cNvSpPr>
            <a:spLocks xmlns:a="http://schemas.openxmlformats.org/drawingml/2006/main" noGrp="1"/>
          </p:cNvSpPr>
          <p:nvPr/>
        </p:nvSpPr>
        <p:spPr>
          <a:xfrm xmlns:a="http://schemas.openxmlformats.org/drawingml/2006/main">
            <a:off x="513397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D27CC6C-645A-41AF-9DC1-DC409A903119}"/>
              </a:ext>
            </a:extLst>
          </p:cNvPr>
          <p:cNvSpPr>
            <a:spLocks xmlns:a="http://schemas.openxmlformats.org/drawingml/2006/main" noGrp="1"/>
          </p:cNvSpPr>
          <p:nvPr/>
        </p:nvSpPr>
        <p:spPr>
          <a:xfrm xmlns:a="http://schemas.openxmlformats.org/drawingml/2006/main">
            <a:off x="530542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3  CONFIRM</a:t>
            </a:r>
          </a:p>
        </p:txBody>
      </p:sp>
      <p:sp>
        <p:nvSpPr>
          <p:cNvPr id="18" name="">
            <a:extLst xmlns:a="http://schemas.openxmlformats.org/drawingml/2006/main">
              <a:ext uri="{FF2B5EF4-FFF2-40B4-BE49-F238E27FC236}">
                <a16:creationId xmlns:a16="http://schemas.microsoft.com/office/drawing/2014/main" id="{E5BAFDA3-B00D-4AFF-85AC-89F72FFC4ABF}"/>
              </a:ext>
            </a:extLst>
          </p:cNvPr>
          <p:cNvSpPr>
            <a:spLocks xmlns:a="http://schemas.openxmlformats.org/drawingml/2006/main" noGrp="1"/>
          </p:cNvSpPr>
          <p:nvPr/>
        </p:nvSpPr>
        <p:spPr>
          <a:xfrm xmlns:a="http://schemas.openxmlformats.org/drawingml/2006/main">
            <a:off x="530542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Human review</a:t>
            </a:r>
          </a:p>
        </p:txBody>
      </p:sp>
      <p:sp>
        <p:nvSpPr>
          <p:cNvPr id="19" name="">
            <a:extLst xmlns:a="http://schemas.openxmlformats.org/drawingml/2006/main">
              <a:ext uri="{FF2B5EF4-FFF2-40B4-BE49-F238E27FC236}">
                <a16:creationId xmlns:a16="http://schemas.microsoft.com/office/drawing/2014/main" id="{12AA8643-2EB0-4414-B80F-54A69A589055}"/>
              </a:ext>
            </a:extLst>
          </p:cNvPr>
          <p:cNvSpPr>
            <a:spLocks xmlns:a="http://schemas.openxmlformats.org/drawingml/2006/main" noGrp="1"/>
          </p:cNvSpPr>
          <p:nvPr/>
        </p:nvSpPr>
        <p:spPr>
          <a:xfrm xmlns:a="http://schemas.openxmlformats.org/drawingml/2006/main">
            <a:off x="709612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E718AD17-E65A-4ABD-B27E-95FEC9B198BD}"/>
              </a:ext>
            </a:extLst>
          </p:cNvPr>
          <p:cNvSpPr>
            <a:spLocks xmlns:a="http://schemas.openxmlformats.org/drawingml/2006/main" noGrp="1"/>
          </p:cNvSpPr>
          <p:nvPr/>
        </p:nvSpPr>
        <p:spPr>
          <a:xfrm xmlns:a="http://schemas.openxmlformats.org/drawingml/2006/main">
            <a:off x="740092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49820A-756D-4FDE-B11F-EE521BF08CF8}"/>
              </a:ext>
            </a:extLst>
          </p:cNvPr>
          <p:cNvSpPr>
            <a:spLocks xmlns:a="http://schemas.openxmlformats.org/drawingml/2006/main" noGrp="1"/>
          </p:cNvSpPr>
          <p:nvPr/>
        </p:nvSpPr>
        <p:spPr>
          <a:xfrm xmlns:a="http://schemas.openxmlformats.org/drawingml/2006/main">
            <a:off x="740092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94B0DAB-CCBD-4C95-A0C3-ACE91D282970}"/>
              </a:ext>
            </a:extLst>
          </p:cNvPr>
          <p:cNvSpPr>
            <a:spLocks xmlns:a="http://schemas.openxmlformats.org/drawingml/2006/main" noGrp="1"/>
          </p:cNvSpPr>
          <p:nvPr/>
        </p:nvSpPr>
        <p:spPr>
          <a:xfrm xmlns:a="http://schemas.openxmlformats.org/drawingml/2006/main">
            <a:off x="757237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4  TEST</a:t>
            </a:r>
          </a:p>
        </p:txBody>
      </p:sp>
      <p:sp>
        <p:nvSpPr>
          <p:cNvPr id="23" name="">
            <a:extLst xmlns:a="http://schemas.openxmlformats.org/drawingml/2006/main">
              <a:ext uri="{FF2B5EF4-FFF2-40B4-BE49-F238E27FC236}">
                <a16:creationId xmlns:a16="http://schemas.microsoft.com/office/drawing/2014/main" id="{0A722752-C6BA-4AAE-B4F9-9E45A63C5EE7}"/>
              </a:ext>
            </a:extLst>
          </p:cNvPr>
          <p:cNvSpPr>
            <a:spLocks xmlns:a="http://schemas.openxmlformats.org/drawingml/2006/main" noGrp="1"/>
          </p:cNvSpPr>
          <p:nvPr/>
        </p:nvSpPr>
        <p:spPr>
          <a:xfrm xmlns:a="http://schemas.openxmlformats.org/drawingml/2006/main">
            <a:off x="757237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Target answers</a:t>
            </a:r>
          </a:p>
        </p:txBody>
      </p:sp>
      <p:sp>
        <p:nvSpPr>
          <p:cNvPr id="24" name="">
            <a:extLst xmlns:a="http://schemas.openxmlformats.org/drawingml/2006/main">
              <a:ext uri="{FF2B5EF4-FFF2-40B4-BE49-F238E27FC236}">
                <a16:creationId xmlns:a16="http://schemas.microsoft.com/office/drawing/2014/main" id="{AB1B99EF-D074-4FDB-85A5-B9ADA2C5A182}"/>
              </a:ext>
            </a:extLst>
          </p:cNvPr>
          <p:cNvSpPr>
            <a:spLocks xmlns:a="http://schemas.openxmlformats.org/drawingml/2006/main" noGrp="1"/>
          </p:cNvSpPr>
          <p:nvPr/>
        </p:nvSpPr>
        <p:spPr>
          <a:xfrm xmlns:a="http://schemas.openxmlformats.org/drawingml/2006/main">
            <a:off x="9363075" y="3000375"/>
            <a:ext cx="276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475" b="1">
                <a:solidFill>
                  <a:srgbClr val="087F8C"/>
                </a:solidFill>
                <a:latin typeface="Arial"/>
                <a:ea typeface="Arial"/>
                <a:cs typeface="Arial"/>
              </a:defRPr>
            </a:defPPr>
            <a:lvl1pPr algn="ctr">
              <a:buNone/>
              <a:defRPr sz="2475" b="1">
                <a:solidFill>
                  <a:srgbClr val="087F8C"/>
                </a:solidFill>
                <a:latin typeface="Arial"/>
                <a:ea typeface="Arial"/>
                <a:cs typeface="Arial"/>
              </a:defRPr>
            </a:lvl1pPr>
            <a:lvl2pPr algn="ctr">
              <a:buNone/>
              <a:defRPr sz="2475" b="1">
                <a:solidFill>
                  <a:srgbClr val="087F8C"/>
                </a:solidFill>
                <a:latin typeface="Arial"/>
                <a:ea typeface="Arial"/>
                <a:cs typeface="Arial"/>
              </a:defRPr>
            </a:lvl2pPr>
            <a:lvl3pPr algn="ctr">
              <a:buNone/>
              <a:defRPr sz="2475" b="1">
                <a:solidFill>
                  <a:srgbClr val="087F8C"/>
                </a:solidFill>
                <a:latin typeface="Arial"/>
                <a:ea typeface="Arial"/>
                <a:cs typeface="Arial"/>
              </a:defRPr>
            </a:lvl3pPr>
            <a:lvl4pPr algn="ctr">
              <a:buNone/>
              <a:defRPr sz="2475" b="1">
                <a:solidFill>
                  <a:srgbClr val="087F8C"/>
                </a:solidFill>
                <a:latin typeface="Arial"/>
                <a:ea typeface="Arial"/>
                <a:cs typeface="Arial"/>
              </a:defRPr>
            </a:lvl4pPr>
            <a:lvl5pPr algn="ctr">
              <a:buNone/>
              <a:defRPr sz="2475" b="1">
                <a:solidFill>
                  <a:srgbClr val="087F8C"/>
                </a:solidFill>
                <a:latin typeface="Arial"/>
                <a:ea typeface="Arial"/>
                <a:cs typeface="Arial"/>
              </a:defRPr>
            </a:lvl5pPr>
            <a:lvl6pPr algn="ctr">
              <a:buNone/>
              <a:defRPr sz="2475" b="1">
                <a:solidFill>
                  <a:srgbClr val="087F8C"/>
                </a:solidFill>
                <a:latin typeface="Arial"/>
                <a:ea typeface="Arial"/>
                <a:cs typeface="Arial"/>
              </a:defRPr>
            </a:lvl6pPr>
            <a:lvl7pPr algn="ctr">
              <a:buNone/>
              <a:defRPr sz="2475" b="1">
                <a:solidFill>
                  <a:srgbClr val="087F8C"/>
                </a:solidFill>
                <a:latin typeface="Arial"/>
                <a:ea typeface="Arial"/>
                <a:cs typeface="Arial"/>
              </a:defRPr>
            </a:lvl7pPr>
            <a:lvl8pPr algn="ctr">
              <a:buNone/>
              <a:defRPr sz="2475" b="1">
                <a:solidFill>
                  <a:srgbClr val="087F8C"/>
                </a:solidFill>
                <a:latin typeface="Arial"/>
                <a:ea typeface="Arial"/>
                <a:cs typeface="Arial"/>
              </a:defRPr>
            </a:lvl8pPr>
            <a:lvl9pPr algn="ctr">
              <a:buNone/>
              <a:defRPr sz="2475" b="1">
                <a:solidFill>
                  <a:srgbClr val="087F8C"/>
                </a:solidFill>
                <a:latin typeface="Arial"/>
                <a:ea typeface="Arial"/>
                <a:cs typeface="Arial"/>
              </a:defRPr>
            </a:lvl9pPr>
          </a:lstStyle>
          <a:p xmlns:a="http://schemas.openxmlformats.org/drawingml/2006/main">
            <a:pPr algn="ctr">
              <a:buNone/>
              <a:defRPr sz="2475" b="1">
                <a:solidFill>
                  <a:srgbClr val="087F8C"/>
                </a:solidFill>
                <a:latin typeface="Arial"/>
                <a:ea typeface="Arial"/>
                <a:cs typeface="Arial"/>
              </a:defRPr>
            </a:pPr>
            <a:r>
              <a:rPr sz="2475" b="1">
                <a:solidFill>
                  <a:srgbClr val="087F8C"/>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39429A44-D153-4928-9C8B-57E225FF3DF7}"/>
              </a:ext>
            </a:extLst>
          </p:cNvPr>
          <p:cNvSpPr>
            <a:spLocks xmlns:a="http://schemas.openxmlformats.org/drawingml/2006/main" noGrp="1"/>
          </p:cNvSpPr>
          <p:nvPr/>
        </p:nvSpPr>
        <p:spPr>
          <a:xfrm xmlns:a="http://schemas.openxmlformats.org/drawingml/2006/main">
            <a:off x="9667875" y="2476500"/>
            <a:ext cx="1924050" cy="1428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589CF92-CE19-43E3-9943-31DF1FAFD0A5}"/>
              </a:ext>
            </a:extLst>
          </p:cNvPr>
          <p:cNvSpPr>
            <a:spLocks xmlns:a="http://schemas.openxmlformats.org/drawingml/2006/main" noGrp="1"/>
          </p:cNvSpPr>
          <p:nvPr/>
        </p:nvSpPr>
        <p:spPr>
          <a:xfrm xmlns:a="http://schemas.openxmlformats.org/drawingml/2006/main">
            <a:off x="9667875" y="2476500"/>
            <a:ext cx="47625" cy="1428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FFC1E1C-214E-4009-9C0C-1D8A4195DFF3}"/>
              </a:ext>
            </a:extLst>
          </p:cNvPr>
          <p:cNvSpPr>
            <a:spLocks xmlns:a="http://schemas.openxmlformats.org/drawingml/2006/main" noGrp="1"/>
          </p:cNvSpPr>
          <p:nvPr/>
        </p:nvSpPr>
        <p:spPr>
          <a:xfrm xmlns:a="http://schemas.openxmlformats.org/drawingml/2006/main">
            <a:off x="9839325" y="266700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1">
                <a:solidFill>
                  <a:srgbClr val="087F8C"/>
                </a:solidFill>
                <a:latin typeface="Arial"/>
                <a:ea typeface="Arial"/>
                <a:cs typeface="Arial"/>
              </a:defRPr>
            </a:defPPr>
            <a:lvl1pPr algn="l">
              <a:buNone/>
              <a:defRPr sz="1200" b="1">
                <a:solidFill>
                  <a:srgbClr val="087F8C"/>
                </a:solidFill>
                <a:latin typeface="Arial"/>
                <a:ea typeface="Arial"/>
                <a:cs typeface="Arial"/>
              </a:defRPr>
            </a:lvl1pPr>
            <a:lvl2pPr algn="l">
              <a:buNone/>
              <a:defRPr sz="1200" b="1">
                <a:solidFill>
                  <a:srgbClr val="087F8C"/>
                </a:solidFill>
                <a:latin typeface="Arial"/>
                <a:ea typeface="Arial"/>
                <a:cs typeface="Arial"/>
              </a:defRPr>
            </a:lvl2pPr>
            <a:lvl3pPr algn="l">
              <a:buNone/>
              <a:defRPr sz="1200" b="1">
                <a:solidFill>
                  <a:srgbClr val="087F8C"/>
                </a:solidFill>
                <a:latin typeface="Arial"/>
                <a:ea typeface="Arial"/>
                <a:cs typeface="Arial"/>
              </a:defRPr>
            </a:lvl3pPr>
            <a:lvl4pPr algn="l">
              <a:buNone/>
              <a:defRPr sz="1200" b="1">
                <a:solidFill>
                  <a:srgbClr val="087F8C"/>
                </a:solidFill>
                <a:latin typeface="Arial"/>
                <a:ea typeface="Arial"/>
                <a:cs typeface="Arial"/>
              </a:defRPr>
            </a:lvl4pPr>
            <a:lvl5pPr algn="l">
              <a:buNone/>
              <a:defRPr sz="1200" b="1">
                <a:solidFill>
                  <a:srgbClr val="087F8C"/>
                </a:solidFill>
                <a:latin typeface="Arial"/>
                <a:ea typeface="Arial"/>
                <a:cs typeface="Arial"/>
              </a:defRPr>
            </a:lvl5pPr>
            <a:lvl6pPr algn="l">
              <a:buNone/>
              <a:defRPr sz="1200" b="1">
                <a:solidFill>
                  <a:srgbClr val="087F8C"/>
                </a:solidFill>
                <a:latin typeface="Arial"/>
                <a:ea typeface="Arial"/>
                <a:cs typeface="Arial"/>
              </a:defRPr>
            </a:lvl6pPr>
            <a:lvl7pPr algn="l">
              <a:buNone/>
              <a:defRPr sz="1200" b="1">
                <a:solidFill>
                  <a:srgbClr val="087F8C"/>
                </a:solidFill>
                <a:latin typeface="Arial"/>
                <a:ea typeface="Arial"/>
                <a:cs typeface="Arial"/>
              </a:defRPr>
            </a:lvl7pPr>
            <a:lvl8pPr algn="l">
              <a:buNone/>
              <a:defRPr sz="1200" b="1">
                <a:solidFill>
                  <a:srgbClr val="087F8C"/>
                </a:solidFill>
                <a:latin typeface="Arial"/>
                <a:ea typeface="Arial"/>
                <a:cs typeface="Arial"/>
              </a:defRPr>
            </a:lvl8pPr>
            <a:lvl9pPr algn="l">
              <a:buNone/>
              <a:defRPr sz="1200" b="1">
                <a:solidFill>
                  <a:srgbClr val="087F8C"/>
                </a:solidFill>
                <a:latin typeface="Arial"/>
                <a:ea typeface="Arial"/>
                <a:cs typeface="Arial"/>
              </a:defRPr>
            </a:lvl9pPr>
          </a:lstStyle>
          <a:p xmlns:a="http://schemas.openxmlformats.org/drawingml/2006/main">
            <a:pPr algn="l">
              <a:buNone/>
              <a:defRPr sz="1200" b="1">
                <a:solidFill>
                  <a:srgbClr val="087F8C"/>
                </a:solidFill>
                <a:latin typeface="Arial"/>
                <a:ea typeface="Arial"/>
                <a:cs typeface="Arial"/>
              </a:defRPr>
            </a:pPr>
            <a:r>
              <a:rPr sz="1200" b="1">
                <a:solidFill>
                  <a:srgbClr val="087F8C"/>
                </a:solidFill>
                <a:latin typeface="Arial"/>
                <a:ea typeface="Arial"/>
                <a:cs typeface="Arial"/>
              </a:rPr>
              <a:t>5  ASSESS</a:t>
            </a:r>
          </a:p>
        </p:txBody>
      </p:sp>
      <p:sp>
        <p:nvSpPr>
          <p:cNvPr id="28" name="">
            <a:extLst xmlns:a="http://schemas.openxmlformats.org/drawingml/2006/main">
              <a:ext uri="{FF2B5EF4-FFF2-40B4-BE49-F238E27FC236}">
                <a16:creationId xmlns:a16="http://schemas.microsoft.com/office/drawing/2014/main" id="{22635420-621D-4691-98D1-E4CA53DE2B18}"/>
              </a:ext>
            </a:extLst>
          </p:cNvPr>
          <p:cNvSpPr>
            <a:spLocks xmlns:a="http://schemas.openxmlformats.org/drawingml/2006/main" noGrp="1"/>
          </p:cNvSpPr>
          <p:nvPr/>
        </p:nvSpPr>
        <p:spPr>
          <a:xfrm xmlns:a="http://schemas.openxmlformats.org/drawingml/2006/main">
            <a:off x="9839325" y="3143250"/>
            <a:ext cx="157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Evidence + scores</a:t>
            </a:r>
          </a:p>
        </p:txBody>
      </p:sp>
      <p:sp>
        <p:nvSpPr>
          <p:cNvPr id="29" name="">
            <a:extLst xmlns:a="http://schemas.openxmlformats.org/drawingml/2006/main">
              <a:ext uri="{FF2B5EF4-FFF2-40B4-BE49-F238E27FC236}">
                <a16:creationId xmlns:a16="http://schemas.microsoft.com/office/drawing/2014/main" id="{B53C9BEC-37B6-4CC3-BC47-E65EFBB29DBD}"/>
              </a:ext>
            </a:extLst>
          </p:cNvPr>
          <p:cNvSpPr>
            <a:spLocks xmlns:a="http://schemas.openxmlformats.org/drawingml/2006/main" noGrp="1"/>
          </p:cNvSpPr>
          <p:nvPr/>
        </p:nvSpPr>
        <p:spPr>
          <a:xfrm xmlns:a="http://schemas.openxmlformats.org/drawingml/2006/main">
            <a:off x="609600" y="45148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1">
                <a:solidFill>
                  <a:srgbClr val="152B3C"/>
                </a:solidFill>
                <a:latin typeface="Arial"/>
                <a:ea typeface="Arial"/>
                <a:cs typeface="Arial"/>
              </a:defRPr>
            </a:defPPr>
            <a:lvl1pPr algn="l">
              <a:buNone/>
              <a:defRPr sz="1575" b="1">
                <a:solidFill>
                  <a:srgbClr val="152B3C"/>
                </a:solidFill>
                <a:latin typeface="Arial"/>
                <a:ea typeface="Arial"/>
                <a:cs typeface="Arial"/>
              </a:defRPr>
            </a:lvl1pPr>
            <a:lvl2pPr algn="l">
              <a:buNone/>
              <a:defRPr sz="1575" b="1">
                <a:solidFill>
                  <a:srgbClr val="152B3C"/>
                </a:solidFill>
                <a:latin typeface="Arial"/>
                <a:ea typeface="Arial"/>
                <a:cs typeface="Arial"/>
              </a:defRPr>
            </a:lvl2pPr>
            <a:lvl3pPr algn="l">
              <a:buNone/>
              <a:defRPr sz="1575" b="1">
                <a:solidFill>
                  <a:srgbClr val="152B3C"/>
                </a:solidFill>
                <a:latin typeface="Arial"/>
                <a:ea typeface="Arial"/>
                <a:cs typeface="Arial"/>
              </a:defRPr>
            </a:lvl3pPr>
            <a:lvl4pPr algn="l">
              <a:buNone/>
              <a:defRPr sz="1575" b="1">
                <a:solidFill>
                  <a:srgbClr val="152B3C"/>
                </a:solidFill>
                <a:latin typeface="Arial"/>
                <a:ea typeface="Arial"/>
                <a:cs typeface="Arial"/>
              </a:defRPr>
            </a:lvl4pPr>
            <a:lvl5pPr algn="l">
              <a:buNone/>
              <a:defRPr sz="1575" b="1">
                <a:solidFill>
                  <a:srgbClr val="152B3C"/>
                </a:solidFill>
                <a:latin typeface="Arial"/>
                <a:ea typeface="Arial"/>
                <a:cs typeface="Arial"/>
              </a:defRPr>
            </a:lvl5pPr>
            <a:lvl6pPr algn="l">
              <a:buNone/>
              <a:defRPr sz="1575" b="1">
                <a:solidFill>
                  <a:srgbClr val="152B3C"/>
                </a:solidFill>
                <a:latin typeface="Arial"/>
                <a:ea typeface="Arial"/>
                <a:cs typeface="Arial"/>
              </a:defRPr>
            </a:lvl6pPr>
            <a:lvl7pPr algn="l">
              <a:buNone/>
              <a:defRPr sz="1575" b="1">
                <a:solidFill>
                  <a:srgbClr val="152B3C"/>
                </a:solidFill>
                <a:latin typeface="Arial"/>
                <a:ea typeface="Arial"/>
                <a:cs typeface="Arial"/>
              </a:defRPr>
            </a:lvl7pPr>
            <a:lvl8pPr algn="l">
              <a:buNone/>
              <a:defRPr sz="1575" b="1">
                <a:solidFill>
                  <a:srgbClr val="152B3C"/>
                </a:solidFill>
                <a:latin typeface="Arial"/>
                <a:ea typeface="Arial"/>
                <a:cs typeface="Arial"/>
              </a:defRPr>
            </a:lvl8pPr>
            <a:lvl9pPr algn="l">
              <a:buNone/>
              <a:defRPr sz="1575" b="1">
                <a:solidFill>
                  <a:srgbClr val="152B3C"/>
                </a:solidFill>
                <a:latin typeface="Arial"/>
                <a:ea typeface="Arial"/>
                <a:cs typeface="Arial"/>
              </a:defRPr>
            </a:lvl9pPr>
          </a:lstStyle>
          <a:p xmlns:a="http://schemas.openxmlformats.org/drawingml/2006/main">
            <a:pPr algn="l">
              <a:buNone/>
              <a:defRPr sz="1575" b="1">
                <a:solidFill>
                  <a:srgbClr val="152B3C"/>
                </a:solidFill>
                <a:latin typeface="Arial"/>
                <a:ea typeface="Arial"/>
                <a:cs typeface="Arial"/>
              </a:defRPr>
            </a:pPr>
            <a:r>
              <a:rPr sz="1575" b="1">
                <a:solidFill>
                  <a:srgbClr val="152B3C"/>
                </a:solidFill>
                <a:latin typeface="Arial"/>
                <a:ea typeface="Arial"/>
                <a:cs typeface="Arial"/>
              </a:rPr>
              <a:t>Four abilities: accuracy, freshness, conflict resolution and appropriate use</a:t>
            </a:r>
          </a:p>
        </p:txBody>
      </p:sp>
      <p:sp>
        <p:nvSpPr>
          <p:cNvPr id="30" name="">
            <a:extLst xmlns:a="http://schemas.openxmlformats.org/drawingml/2006/main">
              <a:ext uri="{FF2B5EF4-FFF2-40B4-BE49-F238E27FC236}">
                <a16:creationId xmlns:a16="http://schemas.microsoft.com/office/drawing/2014/main" id="{80A6BCB6-36AB-4530-B326-7005A1645941}"/>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1ACA469-8ABF-40D1-9B84-D8A96F5BCF24}"/>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Optional GenAI assists extraction, question generation and assessment; humans confirm source facts.</a:t>
            </a:r>
          </a:p>
        </p:txBody>
      </p:sp>
    </p:spTree>
    <p:extLst>
      <p:ext uri="{BB962C8B-B14F-4D97-AF65-F5344CB8AC3E}">
        <p14:creationId xmlns:p14="http://schemas.microsoft.com/office/powerpoint/2010/main" val="1064036648"/>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C920417-D335-4756-80C3-39C7740D668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89A1FD-8BFD-44EA-BF0D-D5AEAA93362C}"/>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2     •     04</a:t>
            </a:r>
          </a:p>
        </p:txBody>
      </p:sp>
      <p:sp>
        <p:nvSpPr>
          <p:cNvPr id="3" name="">
            <a:extLst xmlns:a="http://schemas.openxmlformats.org/drawingml/2006/main">
              <a:ext uri="{FF2B5EF4-FFF2-40B4-BE49-F238E27FC236}">
                <a16:creationId xmlns:a16="http://schemas.microsoft.com/office/drawing/2014/main" id="{C2A4E961-655F-465E-89B3-7CC1181C213D}"/>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The three experiments</a:t>
            </a:r>
          </a:p>
        </p:txBody>
      </p:sp>
      <p:sp>
        <p:nvSpPr>
          <p:cNvPr id="4" name="">
            <a:extLst xmlns:a="http://schemas.openxmlformats.org/drawingml/2006/main">
              <a:ext uri="{FF2B5EF4-FFF2-40B4-BE49-F238E27FC236}">
                <a16:creationId xmlns:a16="http://schemas.microsoft.com/office/drawing/2014/main" id="{4A295AFE-9B0A-46CA-8121-61DFAC1EF9DA}"/>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Each experiment answers a different question.</a:t>
            </a:r>
          </a:p>
        </p:txBody>
      </p:sp>
      <p:sp>
        <p:nvSpPr>
          <p:cNvPr id="5" name="">
            <a:extLst xmlns:a="http://schemas.openxmlformats.org/drawingml/2006/main">
              <a:ext uri="{FF2B5EF4-FFF2-40B4-BE49-F238E27FC236}">
                <a16:creationId xmlns:a16="http://schemas.microsoft.com/office/drawing/2014/main" id="{C1C9D34C-3EE1-418D-B7A4-5FA8C56B1D47}"/>
              </a:ext>
            </a:extLst>
          </p:cNvPr>
          <p:cNvSpPr>
            <a:spLocks xmlns:a="http://schemas.openxmlformats.org/drawingml/2006/main" noGrp="1"/>
          </p:cNvSpPr>
          <p:nvPr/>
        </p:nvSpPr>
        <p:spPr>
          <a:xfrm xmlns:a="http://schemas.openxmlformats.org/drawingml/2006/main">
            <a:off x="628650" y="2238375"/>
            <a:ext cx="3333750" cy="2686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67BF89-5AD1-487A-A966-3072984F20D5}"/>
              </a:ext>
            </a:extLst>
          </p:cNvPr>
          <p:cNvSpPr>
            <a:spLocks xmlns:a="http://schemas.openxmlformats.org/drawingml/2006/main" noGrp="1"/>
          </p:cNvSpPr>
          <p:nvPr/>
        </p:nvSpPr>
        <p:spPr>
          <a:xfrm xmlns:a="http://schemas.openxmlformats.org/drawingml/2006/main">
            <a:off x="628650" y="2238375"/>
            <a:ext cx="47625" cy="2686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30102C-D8BC-4E62-9196-528E2781B578}"/>
              </a:ext>
            </a:extLst>
          </p:cNvPr>
          <p:cNvSpPr>
            <a:spLocks xmlns:a="http://schemas.openxmlformats.org/drawingml/2006/main" noGrp="1"/>
          </p:cNvSpPr>
          <p:nvPr/>
        </p:nvSpPr>
        <p:spPr>
          <a:xfrm xmlns:a="http://schemas.openxmlformats.org/drawingml/2006/main">
            <a:off x="819150" y="24098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EXPERIMENT A</a:t>
            </a:r>
          </a:p>
        </p:txBody>
      </p:sp>
      <p:sp>
        <p:nvSpPr>
          <p:cNvPr id="8" name="">
            <a:extLst xmlns:a="http://schemas.openxmlformats.org/drawingml/2006/main">
              <a:ext uri="{FF2B5EF4-FFF2-40B4-BE49-F238E27FC236}">
                <a16:creationId xmlns:a16="http://schemas.microsoft.com/office/drawing/2014/main" id="{C648B804-3CAF-4593-B4E2-7046F29C27A7}"/>
              </a:ext>
            </a:extLst>
          </p:cNvPr>
          <p:cNvSpPr>
            <a:spLocks xmlns:a="http://schemas.openxmlformats.org/drawingml/2006/main" noGrp="1"/>
          </p:cNvSpPr>
          <p:nvPr/>
        </p:nvSpPr>
        <p:spPr>
          <a:xfrm xmlns:a="http://schemas.openxmlformats.org/drawingml/2006/main">
            <a:off x="819150" y="27527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Audit methods</a:t>
            </a:r>
          </a:p>
        </p:txBody>
      </p:sp>
      <p:sp>
        <p:nvSpPr>
          <p:cNvPr id="9" name="">
            <a:extLst xmlns:a="http://schemas.openxmlformats.org/drawingml/2006/main">
              <a:ext uri="{FF2B5EF4-FFF2-40B4-BE49-F238E27FC236}">
                <a16:creationId xmlns:a16="http://schemas.microsoft.com/office/drawing/2014/main" id="{D0D3608E-8F34-4D56-8F5D-09DDB313D549}"/>
              </a:ext>
            </a:extLst>
          </p:cNvPr>
          <p:cNvSpPr>
            <a:spLocks xmlns:a="http://schemas.openxmlformats.org/drawingml/2006/main" noGrp="1"/>
          </p:cNvSpPr>
          <p:nvPr/>
        </p:nvSpPr>
        <p:spPr>
          <a:xfrm xmlns:a="http://schemas.openxmlformats.org/drawingml/2006/main">
            <a:off x="819150" y="3248025"/>
            <a:ext cx="2952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direct, fixed-template and contextual questions under the same budget.</a:t>
            </a:r>
          </a:p>
        </p:txBody>
      </p:sp>
      <p:sp>
        <p:nvSpPr>
          <p:cNvPr id="10" name="">
            <a:extLst xmlns:a="http://schemas.openxmlformats.org/drawingml/2006/main">
              <a:ext uri="{FF2B5EF4-FFF2-40B4-BE49-F238E27FC236}">
                <a16:creationId xmlns:a16="http://schemas.microsoft.com/office/drawing/2014/main" id="{424316F1-9FA0-4D49-ACE7-2D278F04FCA7}"/>
              </a:ext>
            </a:extLst>
          </p:cNvPr>
          <p:cNvSpPr>
            <a:spLocks xmlns:a="http://schemas.openxmlformats.org/drawingml/2006/main" noGrp="1"/>
          </p:cNvSpPr>
          <p:nvPr/>
        </p:nvSpPr>
        <p:spPr>
          <a:xfrm xmlns:a="http://schemas.openxmlformats.org/drawingml/2006/main">
            <a:off x="4429125" y="2238375"/>
            <a:ext cx="3333750" cy="2686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B522C8-A345-4634-9F67-55F06B130067}"/>
              </a:ext>
            </a:extLst>
          </p:cNvPr>
          <p:cNvSpPr>
            <a:spLocks xmlns:a="http://schemas.openxmlformats.org/drawingml/2006/main" noGrp="1"/>
          </p:cNvSpPr>
          <p:nvPr/>
        </p:nvSpPr>
        <p:spPr>
          <a:xfrm xmlns:a="http://schemas.openxmlformats.org/drawingml/2006/main">
            <a:off x="4429125" y="2238375"/>
            <a:ext cx="47625" cy="2686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9DFB3B-35FA-49EE-A280-5A1EA1058961}"/>
              </a:ext>
            </a:extLst>
          </p:cNvPr>
          <p:cNvSpPr>
            <a:spLocks xmlns:a="http://schemas.openxmlformats.org/drawingml/2006/main" noGrp="1"/>
          </p:cNvSpPr>
          <p:nvPr/>
        </p:nvSpPr>
        <p:spPr>
          <a:xfrm xmlns:a="http://schemas.openxmlformats.org/drawingml/2006/main">
            <a:off x="4619625" y="24098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EXPERIMENT B</a:t>
            </a:r>
          </a:p>
        </p:txBody>
      </p:sp>
      <p:sp>
        <p:nvSpPr>
          <p:cNvPr id="13" name="">
            <a:extLst xmlns:a="http://schemas.openxmlformats.org/drawingml/2006/main">
              <a:ext uri="{FF2B5EF4-FFF2-40B4-BE49-F238E27FC236}">
                <a16:creationId xmlns:a16="http://schemas.microsoft.com/office/drawing/2014/main" id="{AE76E09A-1104-424A-AD88-0D46FD59355A}"/>
              </a:ext>
            </a:extLst>
          </p:cNvPr>
          <p:cNvSpPr>
            <a:spLocks xmlns:a="http://schemas.openxmlformats.org/drawingml/2006/main" noGrp="1"/>
          </p:cNvSpPr>
          <p:nvPr/>
        </p:nvSpPr>
        <p:spPr>
          <a:xfrm xmlns:a="http://schemas.openxmlformats.org/drawingml/2006/main">
            <a:off x="4619625" y="27527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Memory strategies</a:t>
            </a:r>
          </a:p>
        </p:txBody>
      </p:sp>
      <p:sp>
        <p:nvSpPr>
          <p:cNvPr id="14" name="">
            <a:extLst xmlns:a="http://schemas.openxmlformats.org/drawingml/2006/main">
              <a:ext uri="{FF2B5EF4-FFF2-40B4-BE49-F238E27FC236}">
                <a16:creationId xmlns:a16="http://schemas.microsoft.com/office/drawing/2014/main" id="{72F5698B-5595-4F1C-9307-C564A00A4B34}"/>
              </a:ext>
            </a:extLst>
          </p:cNvPr>
          <p:cNvSpPr>
            <a:spLocks xmlns:a="http://schemas.openxmlformats.org/drawingml/2006/main" noGrp="1"/>
          </p:cNvSpPr>
          <p:nvPr/>
        </p:nvSpPr>
        <p:spPr>
          <a:xfrm xmlns:a="http://schemas.openxmlformats.org/drawingml/2006/main">
            <a:off x="4619625" y="3248025"/>
            <a:ext cx="2952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four retrieval strategies on the same questions.</a:t>
            </a:r>
          </a:p>
        </p:txBody>
      </p:sp>
      <p:sp>
        <p:nvSpPr>
          <p:cNvPr id="15" name="">
            <a:extLst xmlns:a="http://schemas.openxmlformats.org/drawingml/2006/main">
              <a:ext uri="{FF2B5EF4-FFF2-40B4-BE49-F238E27FC236}">
                <a16:creationId xmlns:a16="http://schemas.microsoft.com/office/drawing/2014/main" id="{F7587ED0-A7CA-4AE9-A4F8-2115EFC83D04}"/>
              </a:ext>
            </a:extLst>
          </p:cNvPr>
          <p:cNvSpPr>
            <a:spLocks xmlns:a="http://schemas.openxmlformats.org/drawingml/2006/main" noGrp="1"/>
          </p:cNvSpPr>
          <p:nvPr/>
        </p:nvSpPr>
        <p:spPr>
          <a:xfrm xmlns:a="http://schemas.openxmlformats.org/drawingml/2006/main">
            <a:off x="8239125" y="2238375"/>
            <a:ext cx="3333750" cy="2686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E5169A6-80F3-4665-8DF3-20A6B7E5A377}"/>
              </a:ext>
            </a:extLst>
          </p:cNvPr>
          <p:cNvSpPr>
            <a:spLocks xmlns:a="http://schemas.openxmlformats.org/drawingml/2006/main" noGrp="1"/>
          </p:cNvSpPr>
          <p:nvPr/>
        </p:nvSpPr>
        <p:spPr>
          <a:xfrm xmlns:a="http://schemas.openxmlformats.org/drawingml/2006/main">
            <a:off x="8239125" y="2238375"/>
            <a:ext cx="47625" cy="26860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457B14-FFD4-4C1F-B783-9DFA57DF2DD1}"/>
              </a:ext>
            </a:extLst>
          </p:cNvPr>
          <p:cNvSpPr>
            <a:spLocks xmlns:a="http://schemas.openxmlformats.org/drawingml/2006/main" noGrp="1"/>
          </p:cNvSpPr>
          <p:nvPr/>
        </p:nvSpPr>
        <p:spPr>
          <a:xfrm xmlns:a="http://schemas.openxmlformats.org/drawingml/2006/main">
            <a:off x="8429625" y="24098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EXPERIMENT C</a:t>
            </a:r>
          </a:p>
        </p:txBody>
      </p:sp>
      <p:sp>
        <p:nvSpPr>
          <p:cNvPr id="18" name="">
            <a:extLst xmlns:a="http://schemas.openxmlformats.org/drawingml/2006/main">
              <a:ext uri="{FF2B5EF4-FFF2-40B4-BE49-F238E27FC236}">
                <a16:creationId xmlns:a16="http://schemas.microsoft.com/office/drawing/2014/main" id="{6E8834C7-6CD2-42CE-961B-490A080B7314}"/>
              </a:ext>
            </a:extLst>
          </p:cNvPr>
          <p:cNvSpPr>
            <a:spLocks xmlns:a="http://schemas.openxmlformats.org/drawingml/2006/main" noGrp="1"/>
          </p:cNvSpPr>
          <p:nvPr/>
        </p:nvSpPr>
        <p:spPr>
          <a:xfrm xmlns:a="http://schemas.openxmlformats.org/drawingml/2006/main">
            <a:off x="8429625" y="27527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External check</a:t>
            </a:r>
          </a:p>
        </p:txBody>
      </p:sp>
      <p:sp>
        <p:nvSpPr>
          <p:cNvPr id="19" name="">
            <a:extLst xmlns:a="http://schemas.openxmlformats.org/drawingml/2006/main">
              <a:ext uri="{FF2B5EF4-FFF2-40B4-BE49-F238E27FC236}">
                <a16:creationId xmlns:a16="http://schemas.microsoft.com/office/drawing/2014/main" id="{D35FE905-7A8B-40D6-BC69-3DA6BE1C524D}"/>
              </a:ext>
            </a:extLst>
          </p:cNvPr>
          <p:cNvSpPr>
            <a:spLocks xmlns:a="http://schemas.openxmlformats.org/drawingml/2006/main" noGrp="1"/>
          </p:cNvSpPr>
          <p:nvPr/>
        </p:nvSpPr>
        <p:spPr>
          <a:xfrm xmlns:a="http://schemas.openxmlformats.org/drawingml/2006/main">
            <a:off x="8429625" y="3248025"/>
            <a:ext cx="2952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strategy results on a selected LongMemEval subset.</a:t>
            </a:r>
          </a:p>
        </p:txBody>
      </p:sp>
      <p:sp>
        <p:nvSpPr>
          <p:cNvPr id="20" name="">
            <a:extLst xmlns:a="http://schemas.openxmlformats.org/drawingml/2006/main">
              <a:ext uri="{FF2B5EF4-FFF2-40B4-BE49-F238E27FC236}">
                <a16:creationId xmlns:a16="http://schemas.microsoft.com/office/drawing/2014/main" id="{FC80F3C8-EDDD-4F60-A67F-5E37F656BCB6}"/>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8674C56-67C0-4302-BC6B-2EEEEEEB438E}"/>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The Auditor’s own scoring reliability is evaluated separately with human-reviewed answers.</a:t>
            </a:r>
          </a:p>
        </p:txBody>
      </p:sp>
    </p:spTree>
    <p:extLst>
      <p:ext uri="{BB962C8B-B14F-4D97-AF65-F5344CB8AC3E}">
        <p14:creationId xmlns:p14="http://schemas.microsoft.com/office/powerpoint/2010/main" val="2093333376"/>
      </p:ext>
    </p:extLst>
  </p:cSld>
</p:sld>
</file>

<file path=ppt/slides/slide5.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30DD0B0-A1FD-48A7-A67B-2696889C8218}"/>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D812E0-73CD-46E1-A63A-38FDC047D88C}"/>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2     •     05</a:t>
            </a:r>
          </a:p>
        </p:txBody>
      </p:sp>
      <p:sp>
        <p:nvSpPr>
          <p:cNvPr id="3" name="">
            <a:extLst xmlns:a="http://schemas.openxmlformats.org/drawingml/2006/main">
              <a:ext uri="{FF2B5EF4-FFF2-40B4-BE49-F238E27FC236}">
                <a16:creationId xmlns:a16="http://schemas.microsoft.com/office/drawing/2014/main" id="{1682535A-2E01-42BD-B5CC-5FB9BFA7FBF6}"/>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 all methods found the same known defects</a:t>
            </a:r>
          </a:p>
        </p:txBody>
      </p:sp>
      <p:sp>
        <p:nvSpPr>
          <p:cNvPr id="4" name="">
            <a:extLst xmlns:a="http://schemas.openxmlformats.org/drawingml/2006/main">
              <a:ext uri="{FF2B5EF4-FFF2-40B4-BE49-F238E27FC236}">
                <a16:creationId xmlns:a16="http://schemas.microsoft.com/office/drawing/2014/main" id="{6F1F4D41-2842-4A58-911E-3EF5DE373644}"/>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Each method detected 3 of 9 predefined defect IDs.</a:t>
            </a:r>
          </a:p>
        </p:txBody>
      </p:sp>
      <p:sp>
        <p:nvSpPr>
          <p:cNvPr id="5" name="">
            <a:extLst xmlns:a="http://schemas.openxmlformats.org/drawingml/2006/main">
              <a:ext uri="{FF2B5EF4-FFF2-40B4-BE49-F238E27FC236}">
                <a16:creationId xmlns:a16="http://schemas.microsoft.com/office/drawing/2014/main" id="{2CBF156D-C4DF-48EE-BC96-0F7385901F11}"/>
              </a:ext>
            </a:extLst>
          </p:cNvPr>
          <p:cNvSpPr>
            <a:spLocks xmlns:a="http://schemas.openxmlformats.org/drawingml/2006/main" noGrp="1"/>
          </p:cNvSpPr>
          <p:nvPr/>
        </p:nvSpPr>
        <p:spPr>
          <a:xfrm xmlns:a="http://schemas.openxmlformats.org/drawingml/2006/main">
            <a:off x="714375" y="23336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Direct questions</a:t>
            </a:r>
          </a:p>
        </p:txBody>
      </p:sp>
      <p:sp>
        <p:nvSpPr>
          <p:cNvPr id="6" name="">
            <a:extLst xmlns:a="http://schemas.openxmlformats.org/drawingml/2006/main">
              <a:ext uri="{FF2B5EF4-FFF2-40B4-BE49-F238E27FC236}">
                <a16:creationId xmlns:a16="http://schemas.microsoft.com/office/drawing/2014/main" id="{496F8062-CD48-4763-B3E6-378D18D9EDC9}"/>
              </a:ext>
            </a:extLst>
          </p:cNvPr>
          <p:cNvSpPr>
            <a:spLocks xmlns:a="http://schemas.openxmlformats.org/drawingml/2006/main" noGrp="1"/>
          </p:cNvSpPr>
          <p:nvPr/>
        </p:nvSpPr>
        <p:spPr>
          <a:xfrm xmlns:a="http://schemas.openxmlformats.org/drawingml/2006/main">
            <a:off x="4953000" y="24098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71ACA6-8C39-425D-9789-7E4A26F13178}"/>
              </a:ext>
            </a:extLst>
          </p:cNvPr>
          <p:cNvSpPr>
            <a:spLocks xmlns:a="http://schemas.openxmlformats.org/drawingml/2006/main" noGrp="1"/>
          </p:cNvSpPr>
          <p:nvPr/>
        </p:nvSpPr>
        <p:spPr>
          <a:xfrm xmlns:a="http://schemas.openxmlformats.org/drawingml/2006/main">
            <a:off x="4953000" y="2409825"/>
            <a:ext cx="1619250"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8F17E3-3219-46A8-87F2-FE6C98FC5D0C}"/>
              </a:ext>
            </a:extLst>
          </p:cNvPr>
          <p:cNvSpPr>
            <a:spLocks xmlns:a="http://schemas.openxmlformats.org/drawingml/2006/main" noGrp="1"/>
          </p:cNvSpPr>
          <p:nvPr/>
        </p:nvSpPr>
        <p:spPr>
          <a:xfrm xmlns:a="http://schemas.openxmlformats.org/drawingml/2006/main">
            <a:off x="9858375" y="2324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3 / 9</a:t>
            </a:r>
          </a:p>
        </p:txBody>
      </p:sp>
      <p:sp>
        <p:nvSpPr>
          <p:cNvPr id="9" name="">
            <a:extLst xmlns:a="http://schemas.openxmlformats.org/drawingml/2006/main">
              <a:ext uri="{FF2B5EF4-FFF2-40B4-BE49-F238E27FC236}">
                <a16:creationId xmlns:a16="http://schemas.microsoft.com/office/drawing/2014/main" id="{B7A7D6EB-1205-41F8-AB6C-11FA5531ADB3}"/>
              </a:ext>
            </a:extLst>
          </p:cNvPr>
          <p:cNvSpPr>
            <a:spLocks xmlns:a="http://schemas.openxmlformats.org/drawingml/2006/main" noGrp="1"/>
          </p:cNvSpPr>
          <p:nvPr/>
        </p:nvSpPr>
        <p:spPr>
          <a:xfrm xmlns:a="http://schemas.openxmlformats.org/drawingml/2006/main">
            <a:off x="714375" y="3190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Fixed templates</a:t>
            </a:r>
          </a:p>
        </p:txBody>
      </p:sp>
      <p:sp>
        <p:nvSpPr>
          <p:cNvPr id="10" name="">
            <a:extLst xmlns:a="http://schemas.openxmlformats.org/drawingml/2006/main">
              <a:ext uri="{FF2B5EF4-FFF2-40B4-BE49-F238E27FC236}">
                <a16:creationId xmlns:a16="http://schemas.microsoft.com/office/drawing/2014/main" id="{AC35E1F7-5344-42B9-91E1-B8D8FC5EEA84}"/>
              </a:ext>
            </a:extLst>
          </p:cNvPr>
          <p:cNvSpPr>
            <a:spLocks xmlns:a="http://schemas.openxmlformats.org/drawingml/2006/main" noGrp="1"/>
          </p:cNvSpPr>
          <p:nvPr/>
        </p:nvSpPr>
        <p:spPr>
          <a:xfrm xmlns:a="http://schemas.openxmlformats.org/drawingml/2006/main">
            <a:off x="4953000" y="326707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B690A5-29BE-46AA-BA7F-B213A9745E7B}"/>
              </a:ext>
            </a:extLst>
          </p:cNvPr>
          <p:cNvSpPr>
            <a:spLocks xmlns:a="http://schemas.openxmlformats.org/drawingml/2006/main" noGrp="1"/>
          </p:cNvSpPr>
          <p:nvPr/>
        </p:nvSpPr>
        <p:spPr>
          <a:xfrm xmlns:a="http://schemas.openxmlformats.org/drawingml/2006/main">
            <a:off x="4953000" y="3267075"/>
            <a:ext cx="1619250"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DE98C0-5B5C-4916-B6DB-FFF10963F819}"/>
              </a:ext>
            </a:extLst>
          </p:cNvPr>
          <p:cNvSpPr>
            <a:spLocks xmlns:a="http://schemas.openxmlformats.org/drawingml/2006/main" noGrp="1"/>
          </p:cNvSpPr>
          <p:nvPr/>
        </p:nvSpPr>
        <p:spPr>
          <a:xfrm xmlns:a="http://schemas.openxmlformats.org/drawingml/2006/main">
            <a:off x="9858375" y="3181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3 / 9</a:t>
            </a:r>
          </a:p>
        </p:txBody>
      </p:sp>
      <p:sp>
        <p:nvSpPr>
          <p:cNvPr id="13" name="">
            <a:extLst xmlns:a="http://schemas.openxmlformats.org/drawingml/2006/main">
              <a:ext uri="{FF2B5EF4-FFF2-40B4-BE49-F238E27FC236}">
                <a16:creationId xmlns:a16="http://schemas.microsoft.com/office/drawing/2014/main" id="{2E799408-189F-4A39-9D56-BB7B1DD568E3}"/>
              </a:ext>
            </a:extLst>
          </p:cNvPr>
          <p:cNvSpPr>
            <a:spLocks xmlns:a="http://schemas.openxmlformats.org/drawingml/2006/main" noGrp="1"/>
          </p:cNvSpPr>
          <p:nvPr/>
        </p:nvSpPr>
        <p:spPr>
          <a:xfrm xmlns:a="http://schemas.openxmlformats.org/drawingml/2006/main">
            <a:off x="714375" y="4048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Contextual questions</a:t>
            </a:r>
          </a:p>
        </p:txBody>
      </p:sp>
      <p:sp>
        <p:nvSpPr>
          <p:cNvPr id="14" name="">
            <a:extLst xmlns:a="http://schemas.openxmlformats.org/drawingml/2006/main">
              <a:ext uri="{FF2B5EF4-FFF2-40B4-BE49-F238E27FC236}">
                <a16:creationId xmlns:a16="http://schemas.microsoft.com/office/drawing/2014/main" id="{423F7EF1-572D-461D-BF84-DF90F7ED5BE8}"/>
              </a:ext>
            </a:extLst>
          </p:cNvPr>
          <p:cNvSpPr>
            <a:spLocks xmlns:a="http://schemas.openxmlformats.org/drawingml/2006/main" noGrp="1"/>
          </p:cNvSpPr>
          <p:nvPr/>
        </p:nvSpPr>
        <p:spPr>
          <a:xfrm xmlns:a="http://schemas.openxmlformats.org/drawingml/2006/main">
            <a:off x="4953000" y="41243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111737-CA7A-4995-BE75-90A05CD3B77A}"/>
              </a:ext>
            </a:extLst>
          </p:cNvPr>
          <p:cNvSpPr>
            <a:spLocks xmlns:a="http://schemas.openxmlformats.org/drawingml/2006/main" noGrp="1"/>
          </p:cNvSpPr>
          <p:nvPr/>
        </p:nvSpPr>
        <p:spPr>
          <a:xfrm xmlns:a="http://schemas.openxmlformats.org/drawingml/2006/main">
            <a:off x="4953000" y="4124325"/>
            <a:ext cx="1619250"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697C660-7682-4156-A27F-6E96A3D38894}"/>
              </a:ext>
            </a:extLst>
          </p:cNvPr>
          <p:cNvSpPr>
            <a:spLocks xmlns:a="http://schemas.openxmlformats.org/drawingml/2006/main" noGrp="1"/>
          </p:cNvSpPr>
          <p:nvPr/>
        </p:nvSpPr>
        <p:spPr>
          <a:xfrm xmlns:a="http://schemas.openxmlformats.org/drawingml/2006/main">
            <a:off x="9858375" y="4038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3 / 9</a:t>
            </a:r>
          </a:p>
        </p:txBody>
      </p:sp>
      <p:sp>
        <p:nvSpPr>
          <p:cNvPr id="17" name="">
            <a:extLst xmlns:a="http://schemas.openxmlformats.org/drawingml/2006/main">
              <a:ext uri="{FF2B5EF4-FFF2-40B4-BE49-F238E27FC236}">
                <a16:creationId xmlns:a16="http://schemas.microsoft.com/office/drawing/2014/main" id="{1A3EEE91-59E2-46EF-B244-0380E62A78EE}"/>
              </a:ext>
            </a:extLst>
          </p:cNvPr>
          <p:cNvSpPr>
            <a:spLocks xmlns:a="http://schemas.openxmlformats.org/drawingml/2006/main" noGrp="1"/>
          </p:cNvSpPr>
          <p:nvPr/>
        </p:nvSpPr>
        <p:spPr>
          <a:xfrm xmlns:a="http://schemas.openxmlformats.org/drawingml/2006/main">
            <a:off x="723900" y="5095875"/>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152B3C"/>
                </a:solidFill>
                <a:latin typeface="Arial"/>
                <a:ea typeface="Arial"/>
                <a:cs typeface="Arial"/>
              </a:defRPr>
            </a:defPPr>
            <a:lvl1pPr algn="l">
              <a:buNone/>
              <a:defRPr sz="1725" b="1">
                <a:solidFill>
                  <a:srgbClr val="152B3C"/>
                </a:solidFill>
                <a:latin typeface="Arial"/>
                <a:ea typeface="Arial"/>
                <a:cs typeface="Arial"/>
              </a:defRPr>
            </a:lvl1pPr>
            <a:lvl2pPr algn="l">
              <a:buNone/>
              <a:defRPr sz="1725" b="1">
                <a:solidFill>
                  <a:srgbClr val="152B3C"/>
                </a:solidFill>
                <a:latin typeface="Arial"/>
                <a:ea typeface="Arial"/>
                <a:cs typeface="Arial"/>
              </a:defRPr>
            </a:lvl2pPr>
            <a:lvl3pPr algn="l">
              <a:buNone/>
              <a:defRPr sz="1725" b="1">
                <a:solidFill>
                  <a:srgbClr val="152B3C"/>
                </a:solidFill>
                <a:latin typeface="Arial"/>
                <a:ea typeface="Arial"/>
                <a:cs typeface="Arial"/>
              </a:defRPr>
            </a:lvl3pPr>
            <a:lvl4pPr algn="l">
              <a:buNone/>
              <a:defRPr sz="1725" b="1">
                <a:solidFill>
                  <a:srgbClr val="152B3C"/>
                </a:solidFill>
                <a:latin typeface="Arial"/>
                <a:ea typeface="Arial"/>
                <a:cs typeface="Arial"/>
              </a:defRPr>
            </a:lvl4pPr>
            <a:lvl5pPr algn="l">
              <a:buNone/>
              <a:defRPr sz="1725" b="1">
                <a:solidFill>
                  <a:srgbClr val="152B3C"/>
                </a:solidFill>
                <a:latin typeface="Arial"/>
                <a:ea typeface="Arial"/>
                <a:cs typeface="Arial"/>
              </a:defRPr>
            </a:lvl5pPr>
            <a:lvl6pPr algn="l">
              <a:buNone/>
              <a:defRPr sz="1725" b="1">
                <a:solidFill>
                  <a:srgbClr val="152B3C"/>
                </a:solidFill>
                <a:latin typeface="Arial"/>
                <a:ea typeface="Arial"/>
                <a:cs typeface="Arial"/>
              </a:defRPr>
            </a:lvl6pPr>
            <a:lvl7pPr algn="l">
              <a:buNone/>
              <a:defRPr sz="1725" b="1">
                <a:solidFill>
                  <a:srgbClr val="152B3C"/>
                </a:solidFill>
                <a:latin typeface="Arial"/>
                <a:ea typeface="Arial"/>
                <a:cs typeface="Arial"/>
              </a:defRPr>
            </a:lvl7pPr>
            <a:lvl8pPr algn="l">
              <a:buNone/>
              <a:defRPr sz="1725" b="1">
                <a:solidFill>
                  <a:srgbClr val="152B3C"/>
                </a:solidFill>
                <a:latin typeface="Arial"/>
                <a:ea typeface="Arial"/>
                <a:cs typeface="Arial"/>
              </a:defRPr>
            </a:lvl8pPr>
            <a:lvl9pPr algn="l">
              <a:buNone/>
              <a:defRPr sz="1725" b="1">
                <a:solidFill>
                  <a:srgbClr val="152B3C"/>
                </a:solidFill>
                <a:latin typeface="Arial"/>
                <a:ea typeface="Arial"/>
                <a:cs typeface="Arial"/>
              </a:defRPr>
            </a:lvl9pPr>
          </a:lstStyle>
          <a:p xmlns:a="http://schemas.openxmlformats.org/drawingml/2006/main">
            <a:pPr algn="l">
              <a:buNone/>
              <a:defRPr sz="1725" b="1">
                <a:solidFill>
                  <a:srgbClr val="152B3C"/>
                </a:solidFill>
                <a:latin typeface="Arial"/>
                <a:ea typeface="Arial"/>
                <a:cs typeface="Arial"/>
              </a:defRPr>
            </a:pPr>
            <a:r>
              <a:rPr sz="1725" b="1">
                <a:solidFill>
                  <a:srgbClr val="152B3C"/>
                </a:solidFill>
                <a:latin typeface="Arial"/>
                <a:ea typeface="Arial"/>
                <a:cs typeface="Arial"/>
              </a:rPr>
              <a:t>No advantage for contextual questions was demonstrated in this sample.</a:t>
            </a:r>
          </a:p>
        </p:txBody>
      </p:sp>
      <p:sp>
        <p:nvSpPr>
          <p:cNvPr id="18" name="">
            <a:extLst xmlns:a="http://schemas.openxmlformats.org/drawingml/2006/main">
              <a:ext uri="{FF2B5EF4-FFF2-40B4-BE49-F238E27FC236}">
                <a16:creationId xmlns:a16="http://schemas.microsoft.com/office/drawing/2014/main" id="{83CAD1A2-40D5-4279-A59A-F7DD565937A4}"/>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AD7B44-DFCA-4322-AED5-24A885FC73B0}"/>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 related synthetic histories · 36 answers · 18 failed answers outside the frozen defect inventory.</a:t>
            </a:r>
          </a:p>
        </p:txBody>
      </p:sp>
    </p:spTree>
    <p:extLst>
      <p:ext uri="{BB962C8B-B14F-4D97-AF65-F5344CB8AC3E}">
        <p14:creationId xmlns:p14="http://schemas.microsoft.com/office/powerpoint/2010/main" val="922914536"/>
      </p:ext>
    </p:extLst>
  </p:cSld>
</p:sld>
</file>

<file path=ppt/slides/slide6.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30BCC7B-05A1-4142-B76C-942A0B009D86}"/>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14BBD2-7743-4A3E-A746-2FF812083169}"/>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2     •     06</a:t>
            </a:r>
          </a:p>
        </p:txBody>
      </p:sp>
      <p:sp>
        <p:nvSpPr>
          <p:cNvPr id="3" name="">
            <a:extLst xmlns:a="http://schemas.openxmlformats.org/drawingml/2006/main">
              <a:ext uri="{FF2B5EF4-FFF2-40B4-BE49-F238E27FC236}">
                <a16:creationId xmlns:a16="http://schemas.microsoft.com/office/drawing/2014/main" id="{0447C063-25EB-4F5F-97AE-D51EBC445B2A}"/>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B: four strategies on the same histories</a:t>
            </a:r>
          </a:p>
        </p:txBody>
      </p:sp>
      <p:sp>
        <p:nvSpPr>
          <p:cNvPr id="4" name="">
            <a:extLst xmlns:a="http://schemas.openxmlformats.org/drawingml/2006/main">
              <a:ext uri="{FF2B5EF4-FFF2-40B4-BE49-F238E27FC236}">
                <a16:creationId xmlns:a16="http://schemas.microsoft.com/office/drawing/2014/main" id="{F6C9D14D-281D-4842-9FDF-0CCAF4EA04B5}"/>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Human-consensus passes across 36 answers per strategy.</a:t>
            </a:r>
          </a:p>
        </p:txBody>
      </p:sp>
      <p:sp>
        <p:nvSpPr>
          <p:cNvPr id="5" name="">
            <a:extLst xmlns:a="http://schemas.openxmlformats.org/drawingml/2006/main">
              <a:ext uri="{FF2B5EF4-FFF2-40B4-BE49-F238E27FC236}">
                <a16:creationId xmlns:a16="http://schemas.microsoft.com/office/drawing/2014/main" id="{F2344301-FD0E-49BB-BCA3-8968A3AA7327}"/>
              </a:ext>
            </a:extLst>
          </p:cNvPr>
          <p:cNvSpPr>
            <a:spLocks xmlns:a="http://schemas.openxmlformats.org/drawingml/2006/main" noGrp="1"/>
          </p:cNvSpPr>
          <p:nvPr/>
        </p:nvSpPr>
        <p:spPr>
          <a:xfrm xmlns:a="http://schemas.openxmlformats.org/drawingml/2006/main">
            <a:off x="714375" y="2047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First-match retrieval</a:t>
            </a:r>
          </a:p>
        </p:txBody>
      </p:sp>
      <p:sp>
        <p:nvSpPr>
          <p:cNvPr id="6" name="">
            <a:extLst xmlns:a="http://schemas.openxmlformats.org/drawingml/2006/main">
              <a:ext uri="{FF2B5EF4-FFF2-40B4-BE49-F238E27FC236}">
                <a16:creationId xmlns:a16="http://schemas.microsoft.com/office/drawing/2014/main" id="{F79E8B0B-099A-4AD8-B16D-BA352BC6DF1A}"/>
              </a:ext>
            </a:extLst>
          </p:cNvPr>
          <p:cNvSpPr>
            <a:spLocks xmlns:a="http://schemas.openxmlformats.org/drawingml/2006/main" noGrp="1"/>
          </p:cNvSpPr>
          <p:nvPr/>
        </p:nvSpPr>
        <p:spPr>
          <a:xfrm xmlns:a="http://schemas.openxmlformats.org/drawingml/2006/main">
            <a:off x="4953000" y="212407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CE9F48-90AF-43E7-AB83-C91EEC79CD51}"/>
              </a:ext>
            </a:extLst>
          </p:cNvPr>
          <p:cNvSpPr>
            <a:spLocks xmlns:a="http://schemas.openxmlformats.org/drawingml/2006/main" noGrp="1"/>
          </p:cNvSpPr>
          <p:nvPr/>
        </p:nvSpPr>
        <p:spPr>
          <a:xfrm xmlns:a="http://schemas.openxmlformats.org/drawingml/2006/main">
            <a:off x="4953000" y="2124075"/>
            <a:ext cx="1214438"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2EEC94-E870-4395-B8CA-05353DACFAA1}"/>
              </a:ext>
            </a:extLst>
          </p:cNvPr>
          <p:cNvSpPr>
            <a:spLocks xmlns:a="http://schemas.openxmlformats.org/drawingml/2006/main" noGrp="1"/>
          </p:cNvSpPr>
          <p:nvPr/>
        </p:nvSpPr>
        <p:spPr>
          <a:xfrm xmlns:a="http://schemas.openxmlformats.org/drawingml/2006/main">
            <a:off x="9858375" y="2038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9 / 36  ·  25%</a:t>
            </a:r>
          </a:p>
        </p:txBody>
      </p:sp>
      <p:sp>
        <p:nvSpPr>
          <p:cNvPr id="9" name="">
            <a:extLst xmlns:a="http://schemas.openxmlformats.org/drawingml/2006/main">
              <a:ext uri="{FF2B5EF4-FFF2-40B4-BE49-F238E27FC236}">
                <a16:creationId xmlns:a16="http://schemas.microsoft.com/office/drawing/2014/main" id="{575D75EF-18D9-4C73-AEEE-9780BBBEAB74}"/>
              </a:ext>
            </a:extLst>
          </p:cNvPr>
          <p:cNvSpPr>
            <a:spLocks xmlns:a="http://schemas.openxmlformats.org/drawingml/2006/main" noGrp="1"/>
          </p:cNvSpPr>
          <p:nvPr/>
        </p:nvSpPr>
        <p:spPr>
          <a:xfrm xmlns:a="http://schemas.openxmlformats.org/drawingml/2006/main">
            <a:off x="714375" y="28575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Relationship-priority retrieval</a:t>
            </a:r>
          </a:p>
        </p:txBody>
      </p:sp>
      <p:sp>
        <p:nvSpPr>
          <p:cNvPr id="10" name="">
            <a:extLst xmlns:a="http://schemas.openxmlformats.org/drawingml/2006/main">
              <a:ext uri="{FF2B5EF4-FFF2-40B4-BE49-F238E27FC236}">
                <a16:creationId xmlns:a16="http://schemas.microsoft.com/office/drawing/2014/main" id="{07BD468E-DFC4-464A-9AA8-D3E0B15929FE}"/>
              </a:ext>
            </a:extLst>
          </p:cNvPr>
          <p:cNvSpPr>
            <a:spLocks xmlns:a="http://schemas.openxmlformats.org/drawingml/2006/main" noGrp="1"/>
          </p:cNvSpPr>
          <p:nvPr/>
        </p:nvSpPr>
        <p:spPr>
          <a:xfrm xmlns:a="http://schemas.openxmlformats.org/drawingml/2006/main">
            <a:off x="4953000" y="293370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3CA4B1-1FEE-4C44-AEDA-34E018FEF547}"/>
              </a:ext>
            </a:extLst>
          </p:cNvPr>
          <p:cNvSpPr>
            <a:spLocks xmlns:a="http://schemas.openxmlformats.org/drawingml/2006/main" noGrp="1"/>
          </p:cNvSpPr>
          <p:nvPr/>
        </p:nvSpPr>
        <p:spPr>
          <a:xfrm xmlns:a="http://schemas.openxmlformats.org/drawingml/2006/main">
            <a:off x="4953000" y="2933700"/>
            <a:ext cx="3643313"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BE6E0B7-0541-453C-9111-AD7D5F04161B}"/>
              </a:ext>
            </a:extLst>
          </p:cNvPr>
          <p:cNvSpPr>
            <a:spLocks xmlns:a="http://schemas.openxmlformats.org/drawingml/2006/main" noGrp="1"/>
          </p:cNvSpPr>
          <p:nvPr/>
        </p:nvSpPr>
        <p:spPr>
          <a:xfrm xmlns:a="http://schemas.openxmlformats.org/drawingml/2006/main">
            <a:off x="9858375" y="28479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27 / 36  ·  75%</a:t>
            </a:r>
          </a:p>
        </p:txBody>
      </p:sp>
      <p:sp>
        <p:nvSpPr>
          <p:cNvPr id="13" name="">
            <a:extLst xmlns:a="http://schemas.openxmlformats.org/drawingml/2006/main">
              <a:ext uri="{FF2B5EF4-FFF2-40B4-BE49-F238E27FC236}">
                <a16:creationId xmlns:a16="http://schemas.microsoft.com/office/drawing/2014/main" id="{6F600C24-49F8-4271-8FBF-A9FD497324C3}"/>
              </a:ext>
            </a:extLst>
          </p:cNvPr>
          <p:cNvSpPr>
            <a:spLocks xmlns:a="http://schemas.openxmlformats.org/drawingml/2006/main" noGrp="1"/>
          </p:cNvSpPr>
          <p:nvPr/>
        </p:nvSpPr>
        <p:spPr>
          <a:xfrm xmlns:a="http://schemas.openxmlformats.org/drawingml/2006/main">
            <a:off x="714375" y="3667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Match the task and project</a:t>
            </a:r>
          </a:p>
        </p:txBody>
      </p:sp>
      <p:sp>
        <p:nvSpPr>
          <p:cNvPr id="14" name="">
            <a:extLst xmlns:a="http://schemas.openxmlformats.org/drawingml/2006/main">
              <a:ext uri="{FF2B5EF4-FFF2-40B4-BE49-F238E27FC236}">
                <a16:creationId xmlns:a16="http://schemas.microsoft.com/office/drawing/2014/main" id="{A6961F2E-6790-49B0-BDF7-C5F61BBDF225}"/>
              </a:ext>
            </a:extLst>
          </p:cNvPr>
          <p:cNvSpPr>
            <a:spLocks xmlns:a="http://schemas.openxmlformats.org/drawingml/2006/main" noGrp="1"/>
          </p:cNvSpPr>
          <p:nvPr/>
        </p:nvSpPr>
        <p:spPr>
          <a:xfrm xmlns:a="http://schemas.openxmlformats.org/drawingml/2006/main">
            <a:off x="4953000" y="37433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5557E8-02FE-47E6-8E53-75505C8ECCDB}"/>
              </a:ext>
            </a:extLst>
          </p:cNvPr>
          <p:cNvSpPr>
            <a:spLocks xmlns:a="http://schemas.openxmlformats.org/drawingml/2006/main" noGrp="1"/>
          </p:cNvSpPr>
          <p:nvPr/>
        </p:nvSpPr>
        <p:spPr>
          <a:xfrm xmlns:a="http://schemas.openxmlformats.org/drawingml/2006/main">
            <a:off x="4953000" y="3743325"/>
            <a:ext cx="2428875"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1690354-8175-4364-9C55-CFE3E817A80B}"/>
              </a:ext>
            </a:extLst>
          </p:cNvPr>
          <p:cNvSpPr>
            <a:spLocks xmlns:a="http://schemas.openxmlformats.org/drawingml/2006/main" noGrp="1"/>
          </p:cNvSpPr>
          <p:nvPr/>
        </p:nvSpPr>
        <p:spPr>
          <a:xfrm xmlns:a="http://schemas.openxmlformats.org/drawingml/2006/main">
            <a:off x="9858375" y="3657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18 / 36  ·  50%</a:t>
            </a:r>
          </a:p>
        </p:txBody>
      </p:sp>
      <p:sp>
        <p:nvSpPr>
          <p:cNvPr id="17" name="">
            <a:extLst xmlns:a="http://schemas.openxmlformats.org/drawingml/2006/main">
              <a:ext uri="{FF2B5EF4-FFF2-40B4-BE49-F238E27FC236}">
                <a16:creationId xmlns:a16="http://schemas.microsoft.com/office/drawing/2014/main" id="{8F78620C-41F5-43A4-B3E9-ECC58272D449}"/>
              </a:ext>
            </a:extLst>
          </p:cNvPr>
          <p:cNvSpPr>
            <a:spLocks xmlns:a="http://schemas.openxmlformats.org/drawingml/2006/main" noGrp="1"/>
          </p:cNvSpPr>
          <p:nvPr/>
        </p:nvSpPr>
        <p:spPr>
          <a:xfrm xmlns:a="http://schemas.openxmlformats.org/drawingml/2006/main">
            <a:off x="714375" y="4476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Consider time and importance</a:t>
            </a:r>
          </a:p>
        </p:txBody>
      </p:sp>
      <p:sp>
        <p:nvSpPr>
          <p:cNvPr id="18" name="">
            <a:extLst xmlns:a="http://schemas.openxmlformats.org/drawingml/2006/main">
              <a:ext uri="{FF2B5EF4-FFF2-40B4-BE49-F238E27FC236}">
                <a16:creationId xmlns:a16="http://schemas.microsoft.com/office/drawing/2014/main" id="{BBBCE374-33D7-4AC4-8711-5C5EF26CBC16}"/>
              </a:ext>
            </a:extLst>
          </p:cNvPr>
          <p:cNvSpPr>
            <a:spLocks xmlns:a="http://schemas.openxmlformats.org/drawingml/2006/main" noGrp="1"/>
          </p:cNvSpPr>
          <p:nvPr/>
        </p:nvSpPr>
        <p:spPr>
          <a:xfrm xmlns:a="http://schemas.openxmlformats.org/drawingml/2006/main">
            <a:off x="4953000" y="45529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8A72AE2-4DDC-48A5-A784-837D139B27AF}"/>
              </a:ext>
            </a:extLst>
          </p:cNvPr>
          <p:cNvSpPr>
            <a:spLocks xmlns:a="http://schemas.openxmlformats.org/drawingml/2006/main" noGrp="1"/>
          </p:cNvSpPr>
          <p:nvPr/>
        </p:nvSpPr>
        <p:spPr>
          <a:xfrm xmlns:a="http://schemas.openxmlformats.org/drawingml/2006/main">
            <a:off x="4953000" y="4552950"/>
            <a:ext cx="3643313"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4C8B3F-5A6D-495D-9133-22842AD3F581}"/>
              </a:ext>
            </a:extLst>
          </p:cNvPr>
          <p:cNvSpPr>
            <a:spLocks xmlns:a="http://schemas.openxmlformats.org/drawingml/2006/main" noGrp="1"/>
          </p:cNvSpPr>
          <p:nvPr/>
        </p:nvSpPr>
        <p:spPr>
          <a:xfrm xmlns:a="http://schemas.openxmlformats.org/drawingml/2006/main">
            <a:off x="9858375" y="44672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27 / 36  ·  75%</a:t>
            </a:r>
          </a:p>
        </p:txBody>
      </p:sp>
      <p:sp>
        <p:nvSpPr>
          <p:cNvPr id="21" name="">
            <a:extLst xmlns:a="http://schemas.openxmlformats.org/drawingml/2006/main">
              <a:ext uri="{FF2B5EF4-FFF2-40B4-BE49-F238E27FC236}">
                <a16:creationId xmlns:a16="http://schemas.microsoft.com/office/drawing/2014/main" id="{06654D22-DED6-4FB2-B3C7-04497A214848}"/>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8F3DEFA-8901-4589-8510-A81774F167FC}"/>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 previously used synthetic histories · 3 repeats per history · repeated answers are related.</a:t>
            </a:r>
          </a:p>
        </p:txBody>
      </p:sp>
    </p:spTree>
    <p:extLst>
      <p:ext uri="{BB962C8B-B14F-4D97-AF65-F5344CB8AC3E}">
        <p14:creationId xmlns:p14="http://schemas.microsoft.com/office/powerpoint/2010/main" val="2050196578"/>
      </p:ext>
    </p:extLst>
  </p:cSld>
</p:sld>
</file>

<file path=ppt/slides/slide7.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CACA83-A9F5-4DFC-9B9B-D596FFE44F8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D44DC5-2C4C-4A3D-8BB2-E03970809AE2}"/>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3     •     07</a:t>
            </a:r>
          </a:p>
        </p:txBody>
      </p:sp>
      <p:sp>
        <p:nvSpPr>
          <p:cNvPr id="3" name="">
            <a:extLst xmlns:a="http://schemas.openxmlformats.org/drawingml/2006/main">
              <a:ext uri="{FF2B5EF4-FFF2-40B4-BE49-F238E27FC236}">
                <a16:creationId xmlns:a16="http://schemas.microsoft.com/office/drawing/2014/main" id="{CFB982AD-206D-4DF0-9D72-6D0CE943B09C}"/>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C: four strategies on selected benchmark cases</a:t>
            </a:r>
          </a:p>
        </p:txBody>
      </p:sp>
      <p:sp>
        <p:nvSpPr>
          <p:cNvPr id="4" name="">
            <a:extLst xmlns:a="http://schemas.openxmlformats.org/drawingml/2006/main">
              <a:ext uri="{FF2B5EF4-FFF2-40B4-BE49-F238E27FC236}">
                <a16:creationId xmlns:a16="http://schemas.microsoft.com/office/drawing/2014/main" id="{F20B3F5D-2C77-4B3A-B567-22642E64B2C8}"/>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Human-adjudicated pass rate among decided answers.</a:t>
            </a:r>
          </a:p>
        </p:txBody>
      </p:sp>
      <p:sp>
        <p:nvSpPr>
          <p:cNvPr id="5" name="">
            <a:extLst xmlns:a="http://schemas.openxmlformats.org/drawingml/2006/main">
              <a:ext uri="{FF2B5EF4-FFF2-40B4-BE49-F238E27FC236}">
                <a16:creationId xmlns:a16="http://schemas.microsoft.com/office/drawing/2014/main" id="{F5EF9CD8-622E-4D71-961C-74DDCC1655E0}"/>
              </a:ext>
            </a:extLst>
          </p:cNvPr>
          <p:cNvSpPr>
            <a:spLocks xmlns:a="http://schemas.openxmlformats.org/drawingml/2006/main" noGrp="1"/>
          </p:cNvSpPr>
          <p:nvPr/>
        </p:nvSpPr>
        <p:spPr>
          <a:xfrm xmlns:a="http://schemas.openxmlformats.org/drawingml/2006/main">
            <a:off x="714375" y="2047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First-match retrieval</a:t>
            </a:r>
          </a:p>
        </p:txBody>
      </p:sp>
      <p:sp>
        <p:nvSpPr>
          <p:cNvPr id="6" name="">
            <a:extLst xmlns:a="http://schemas.openxmlformats.org/drawingml/2006/main">
              <a:ext uri="{FF2B5EF4-FFF2-40B4-BE49-F238E27FC236}">
                <a16:creationId xmlns:a16="http://schemas.microsoft.com/office/drawing/2014/main" id="{C196484B-A45F-471B-B44F-856CDCB4C7FE}"/>
              </a:ext>
            </a:extLst>
          </p:cNvPr>
          <p:cNvSpPr>
            <a:spLocks xmlns:a="http://schemas.openxmlformats.org/drawingml/2006/main" noGrp="1"/>
          </p:cNvSpPr>
          <p:nvPr/>
        </p:nvSpPr>
        <p:spPr>
          <a:xfrm xmlns:a="http://schemas.openxmlformats.org/drawingml/2006/main">
            <a:off x="4953000" y="212407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3C5CC6-02C7-4804-A264-D773369599F4}"/>
              </a:ext>
            </a:extLst>
          </p:cNvPr>
          <p:cNvSpPr>
            <a:spLocks xmlns:a="http://schemas.openxmlformats.org/drawingml/2006/main" noGrp="1"/>
          </p:cNvSpPr>
          <p:nvPr/>
        </p:nvSpPr>
        <p:spPr>
          <a:xfrm xmlns:a="http://schemas.openxmlformats.org/drawingml/2006/main">
            <a:off x="4953000" y="2124075"/>
            <a:ext cx="949216"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40BC3B-F9A8-4A59-B1E8-C2C74DC1AEAA}"/>
              </a:ext>
            </a:extLst>
          </p:cNvPr>
          <p:cNvSpPr>
            <a:spLocks xmlns:a="http://schemas.openxmlformats.org/drawingml/2006/main" noGrp="1"/>
          </p:cNvSpPr>
          <p:nvPr/>
        </p:nvSpPr>
        <p:spPr>
          <a:xfrm xmlns:a="http://schemas.openxmlformats.org/drawingml/2006/main">
            <a:off x="9858375" y="2038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17 / 87  ·  19.5%</a:t>
            </a:r>
          </a:p>
        </p:txBody>
      </p:sp>
      <p:sp>
        <p:nvSpPr>
          <p:cNvPr id="9" name="">
            <a:extLst xmlns:a="http://schemas.openxmlformats.org/drawingml/2006/main">
              <a:ext uri="{FF2B5EF4-FFF2-40B4-BE49-F238E27FC236}">
                <a16:creationId xmlns:a16="http://schemas.microsoft.com/office/drawing/2014/main" id="{D8947975-AAB5-412F-A0D5-D49845E18E3D}"/>
              </a:ext>
            </a:extLst>
          </p:cNvPr>
          <p:cNvSpPr>
            <a:spLocks xmlns:a="http://schemas.openxmlformats.org/drawingml/2006/main" noGrp="1"/>
          </p:cNvSpPr>
          <p:nvPr/>
        </p:nvSpPr>
        <p:spPr>
          <a:xfrm xmlns:a="http://schemas.openxmlformats.org/drawingml/2006/main">
            <a:off x="714375" y="28575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Relationship-priority retrieval</a:t>
            </a:r>
          </a:p>
        </p:txBody>
      </p:sp>
      <p:sp>
        <p:nvSpPr>
          <p:cNvPr id="10" name="">
            <a:extLst xmlns:a="http://schemas.openxmlformats.org/drawingml/2006/main">
              <a:ext uri="{FF2B5EF4-FFF2-40B4-BE49-F238E27FC236}">
                <a16:creationId xmlns:a16="http://schemas.microsoft.com/office/drawing/2014/main" id="{009D5350-675F-4010-9135-9B8E68B80002}"/>
              </a:ext>
            </a:extLst>
          </p:cNvPr>
          <p:cNvSpPr>
            <a:spLocks xmlns:a="http://schemas.openxmlformats.org/drawingml/2006/main" noGrp="1"/>
          </p:cNvSpPr>
          <p:nvPr/>
        </p:nvSpPr>
        <p:spPr>
          <a:xfrm xmlns:a="http://schemas.openxmlformats.org/drawingml/2006/main">
            <a:off x="4953000" y="293370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C9A8896-7AF4-4979-8183-4377237CA94B}"/>
              </a:ext>
            </a:extLst>
          </p:cNvPr>
          <p:cNvSpPr>
            <a:spLocks xmlns:a="http://schemas.openxmlformats.org/drawingml/2006/main" noGrp="1"/>
          </p:cNvSpPr>
          <p:nvPr/>
        </p:nvSpPr>
        <p:spPr>
          <a:xfrm xmlns:a="http://schemas.openxmlformats.org/drawingml/2006/main">
            <a:off x="4953000" y="2933700"/>
            <a:ext cx="3418417"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EEAD9FA-CAE2-4B5C-B01D-AA780DFE9B89}"/>
              </a:ext>
            </a:extLst>
          </p:cNvPr>
          <p:cNvSpPr>
            <a:spLocks xmlns:a="http://schemas.openxmlformats.org/drawingml/2006/main" noGrp="1"/>
          </p:cNvSpPr>
          <p:nvPr/>
        </p:nvSpPr>
        <p:spPr>
          <a:xfrm xmlns:a="http://schemas.openxmlformats.org/drawingml/2006/main">
            <a:off x="9858375" y="28479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57 / 81  ·  70.4%</a:t>
            </a:r>
          </a:p>
        </p:txBody>
      </p:sp>
      <p:sp>
        <p:nvSpPr>
          <p:cNvPr id="13" name="">
            <a:extLst xmlns:a="http://schemas.openxmlformats.org/drawingml/2006/main">
              <a:ext uri="{FF2B5EF4-FFF2-40B4-BE49-F238E27FC236}">
                <a16:creationId xmlns:a16="http://schemas.microsoft.com/office/drawing/2014/main" id="{37F01599-D469-4427-BD62-713A91863B67}"/>
              </a:ext>
            </a:extLst>
          </p:cNvPr>
          <p:cNvSpPr>
            <a:spLocks xmlns:a="http://schemas.openxmlformats.org/drawingml/2006/main" noGrp="1"/>
          </p:cNvSpPr>
          <p:nvPr/>
        </p:nvSpPr>
        <p:spPr>
          <a:xfrm xmlns:a="http://schemas.openxmlformats.org/drawingml/2006/main">
            <a:off x="714375" y="3667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Match the task and project</a:t>
            </a:r>
          </a:p>
        </p:txBody>
      </p:sp>
      <p:sp>
        <p:nvSpPr>
          <p:cNvPr id="14" name="">
            <a:extLst xmlns:a="http://schemas.openxmlformats.org/drawingml/2006/main">
              <a:ext uri="{FF2B5EF4-FFF2-40B4-BE49-F238E27FC236}">
                <a16:creationId xmlns:a16="http://schemas.microsoft.com/office/drawing/2014/main" id="{A93FD480-09B0-444A-B07B-85AEDBF08120}"/>
              </a:ext>
            </a:extLst>
          </p:cNvPr>
          <p:cNvSpPr>
            <a:spLocks xmlns:a="http://schemas.openxmlformats.org/drawingml/2006/main" noGrp="1"/>
          </p:cNvSpPr>
          <p:nvPr/>
        </p:nvSpPr>
        <p:spPr>
          <a:xfrm xmlns:a="http://schemas.openxmlformats.org/drawingml/2006/main">
            <a:off x="4953000" y="3743325"/>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1799741-1345-4A8E-BC72-5A1214137E33}"/>
              </a:ext>
            </a:extLst>
          </p:cNvPr>
          <p:cNvSpPr>
            <a:spLocks xmlns:a="http://schemas.openxmlformats.org/drawingml/2006/main" noGrp="1"/>
          </p:cNvSpPr>
          <p:nvPr/>
        </p:nvSpPr>
        <p:spPr>
          <a:xfrm xmlns:a="http://schemas.openxmlformats.org/drawingml/2006/main">
            <a:off x="4953000" y="3743325"/>
            <a:ext cx="2718027"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4D2635F-DF0A-49F6-A83C-B3232FEE92FB}"/>
              </a:ext>
            </a:extLst>
          </p:cNvPr>
          <p:cNvSpPr>
            <a:spLocks xmlns:a="http://schemas.openxmlformats.org/drawingml/2006/main" noGrp="1"/>
          </p:cNvSpPr>
          <p:nvPr/>
        </p:nvSpPr>
        <p:spPr>
          <a:xfrm xmlns:a="http://schemas.openxmlformats.org/drawingml/2006/main">
            <a:off x="9858375" y="3657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47 / 84  ·  56.0%</a:t>
            </a:r>
          </a:p>
        </p:txBody>
      </p:sp>
      <p:sp>
        <p:nvSpPr>
          <p:cNvPr id="17" name="">
            <a:extLst xmlns:a="http://schemas.openxmlformats.org/drawingml/2006/main">
              <a:ext uri="{FF2B5EF4-FFF2-40B4-BE49-F238E27FC236}">
                <a16:creationId xmlns:a16="http://schemas.microsoft.com/office/drawing/2014/main" id="{171F6F51-3C2F-45EB-A1AC-CB570BFB64D0}"/>
              </a:ext>
            </a:extLst>
          </p:cNvPr>
          <p:cNvSpPr>
            <a:spLocks xmlns:a="http://schemas.openxmlformats.org/drawingml/2006/main" noGrp="1"/>
          </p:cNvSpPr>
          <p:nvPr/>
        </p:nvSpPr>
        <p:spPr>
          <a:xfrm xmlns:a="http://schemas.openxmlformats.org/drawingml/2006/main">
            <a:off x="714375" y="4476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Consider time and importance</a:t>
            </a:r>
          </a:p>
        </p:txBody>
      </p:sp>
      <p:sp>
        <p:nvSpPr>
          <p:cNvPr id="18" name="">
            <a:extLst xmlns:a="http://schemas.openxmlformats.org/drawingml/2006/main">
              <a:ext uri="{FF2B5EF4-FFF2-40B4-BE49-F238E27FC236}">
                <a16:creationId xmlns:a16="http://schemas.microsoft.com/office/drawing/2014/main" id="{741F2DE4-5AAE-48FE-9D3F-6E7EE726068E}"/>
              </a:ext>
            </a:extLst>
          </p:cNvPr>
          <p:cNvSpPr>
            <a:spLocks xmlns:a="http://schemas.openxmlformats.org/drawingml/2006/main" noGrp="1"/>
          </p:cNvSpPr>
          <p:nvPr/>
        </p:nvSpPr>
        <p:spPr>
          <a:xfrm xmlns:a="http://schemas.openxmlformats.org/drawingml/2006/main">
            <a:off x="4953000" y="45529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B216874-EFD4-4839-AA31-A1D838729A7B}"/>
              </a:ext>
            </a:extLst>
          </p:cNvPr>
          <p:cNvSpPr>
            <a:spLocks xmlns:a="http://schemas.openxmlformats.org/drawingml/2006/main" noGrp="1"/>
          </p:cNvSpPr>
          <p:nvPr/>
        </p:nvSpPr>
        <p:spPr>
          <a:xfrm xmlns:a="http://schemas.openxmlformats.org/drawingml/2006/main">
            <a:off x="4953000" y="4552950"/>
            <a:ext cx="2891518"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02F62E-1AD9-41E8-B3D4-567F72B12437}"/>
              </a:ext>
            </a:extLst>
          </p:cNvPr>
          <p:cNvSpPr>
            <a:spLocks xmlns:a="http://schemas.openxmlformats.org/drawingml/2006/main" noGrp="1"/>
          </p:cNvSpPr>
          <p:nvPr/>
        </p:nvSpPr>
        <p:spPr>
          <a:xfrm xmlns:a="http://schemas.openxmlformats.org/drawingml/2006/main">
            <a:off x="9858375" y="44672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50 / 84  ·  59.5%</a:t>
            </a:r>
          </a:p>
        </p:txBody>
      </p:sp>
      <p:sp>
        <p:nvSpPr>
          <p:cNvPr id="21" name="">
            <a:extLst xmlns:a="http://schemas.openxmlformats.org/drawingml/2006/main">
              <a:ext uri="{FF2B5EF4-FFF2-40B4-BE49-F238E27FC236}">
                <a16:creationId xmlns:a16="http://schemas.microsoft.com/office/drawing/2014/main" id="{BC5B438C-6593-4071-8925-D6577F0ABAA4}"/>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B5A85A6-54A6-45B5-B579-91CC93CA79BB}"/>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30 selected LongMemEval cases · 3 repeats · 24 uncertain answers excluded from decided denominators.</a:t>
            </a:r>
          </a:p>
        </p:txBody>
      </p:sp>
    </p:spTree>
    <p:extLst>
      <p:ext uri="{BB962C8B-B14F-4D97-AF65-F5344CB8AC3E}">
        <p14:creationId xmlns:p14="http://schemas.microsoft.com/office/powerpoint/2010/main" val="776656582"/>
      </p:ext>
    </p:extLst>
  </p:cSld>
</p:sld>
</file>

<file path=ppt/slides/slide8.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B9A608-11CF-4B75-A4B3-071E9A103DC4}"/>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3F9603-E298-4F8C-837A-75DA7830E297}"/>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3     •     08</a:t>
            </a:r>
          </a:p>
        </p:txBody>
      </p:sp>
      <p:sp>
        <p:nvSpPr>
          <p:cNvPr id="3" name="">
            <a:extLst xmlns:a="http://schemas.openxmlformats.org/drawingml/2006/main">
              <a:ext uri="{FF2B5EF4-FFF2-40B4-BE49-F238E27FC236}">
                <a16:creationId xmlns:a16="http://schemas.microsoft.com/office/drawing/2014/main" id="{BFC10401-7FEE-48DB-AD34-374043CE9613}"/>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Related work and our contribution</a:t>
            </a:r>
          </a:p>
        </p:txBody>
      </p:sp>
      <p:sp>
        <p:nvSpPr>
          <p:cNvPr id="4" name="">
            <a:extLst xmlns:a="http://schemas.openxmlformats.org/drawingml/2006/main">
              <a:ext uri="{FF2B5EF4-FFF2-40B4-BE49-F238E27FC236}">
                <a16:creationId xmlns:a16="http://schemas.microsoft.com/office/drawing/2014/main" id="{DF7E5DB8-454B-4F4A-8AFE-9EF5F7EA460C}"/>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Memory tools and benchmarks solve different parts of the problem.</a:t>
            </a:r>
          </a:p>
        </p:txBody>
      </p:sp>
      <p:sp>
        <p:nvSpPr>
          <p:cNvPr id="5" name="">
            <a:extLst xmlns:a="http://schemas.openxmlformats.org/drawingml/2006/main">
              <a:ext uri="{FF2B5EF4-FFF2-40B4-BE49-F238E27FC236}">
                <a16:creationId xmlns:a16="http://schemas.microsoft.com/office/drawing/2014/main" id="{E3DDC21C-99E2-4687-B9DD-F2A46F42E91B}"/>
              </a:ext>
            </a:extLst>
          </p:cNvPr>
          <p:cNvSpPr>
            <a:spLocks xmlns:a="http://schemas.openxmlformats.org/drawingml/2006/main" noGrp="1"/>
          </p:cNvSpPr>
          <p:nvPr/>
        </p:nvSpPr>
        <p:spPr>
          <a:xfrm xmlns:a="http://schemas.openxmlformats.org/drawingml/2006/main">
            <a:off x="666750" y="22669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536B7C"/>
                </a:solidFill>
                <a:latin typeface="Arial"/>
                <a:ea typeface="Arial"/>
                <a:cs typeface="Arial"/>
              </a:defRPr>
            </a:defPPr>
            <a:lvl1pPr algn="l">
              <a:buNone/>
              <a:defRPr sz="1725" b="1">
                <a:solidFill>
                  <a:srgbClr val="536B7C"/>
                </a:solidFill>
                <a:latin typeface="Arial"/>
                <a:ea typeface="Arial"/>
                <a:cs typeface="Arial"/>
              </a:defRPr>
            </a:lvl1pPr>
            <a:lvl2pPr algn="l">
              <a:buNone/>
              <a:defRPr sz="1725" b="1">
                <a:solidFill>
                  <a:srgbClr val="536B7C"/>
                </a:solidFill>
                <a:latin typeface="Arial"/>
                <a:ea typeface="Arial"/>
                <a:cs typeface="Arial"/>
              </a:defRPr>
            </a:lvl2pPr>
            <a:lvl3pPr algn="l">
              <a:buNone/>
              <a:defRPr sz="1725" b="1">
                <a:solidFill>
                  <a:srgbClr val="536B7C"/>
                </a:solidFill>
                <a:latin typeface="Arial"/>
                <a:ea typeface="Arial"/>
                <a:cs typeface="Arial"/>
              </a:defRPr>
            </a:lvl3pPr>
            <a:lvl4pPr algn="l">
              <a:buNone/>
              <a:defRPr sz="1725" b="1">
                <a:solidFill>
                  <a:srgbClr val="536B7C"/>
                </a:solidFill>
                <a:latin typeface="Arial"/>
                <a:ea typeface="Arial"/>
                <a:cs typeface="Arial"/>
              </a:defRPr>
            </a:lvl4pPr>
            <a:lvl5pPr algn="l">
              <a:buNone/>
              <a:defRPr sz="1725" b="1">
                <a:solidFill>
                  <a:srgbClr val="536B7C"/>
                </a:solidFill>
                <a:latin typeface="Arial"/>
                <a:ea typeface="Arial"/>
                <a:cs typeface="Arial"/>
              </a:defRPr>
            </a:lvl5pPr>
            <a:lvl6pPr algn="l">
              <a:buNone/>
              <a:defRPr sz="1725" b="1">
                <a:solidFill>
                  <a:srgbClr val="536B7C"/>
                </a:solidFill>
                <a:latin typeface="Arial"/>
                <a:ea typeface="Arial"/>
                <a:cs typeface="Arial"/>
              </a:defRPr>
            </a:lvl6pPr>
            <a:lvl7pPr algn="l">
              <a:buNone/>
              <a:defRPr sz="1725" b="1">
                <a:solidFill>
                  <a:srgbClr val="536B7C"/>
                </a:solidFill>
                <a:latin typeface="Arial"/>
                <a:ea typeface="Arial"/>
                <a:cs typeface="Arial"/>
              </a:defRPr>
            </a:lvl7pPr>
            <a:lvl8pPr algn="l">
              <a:buNone/>
              <a:defRPr sz="1725" b="1">
                <a:solidFill>
                  <a:srgbClr val="536B7C"/>
                </a:solidFill>
                <a:latin typeface="Arial"/>
                <a:ea typeface="Arial"/>
                <a:cs typeface="Arial"/>
              </a:defRPr>
            </a:lvl8pPr>
            <a:lvl9pPr algn="l">
              <a:buNone/>
              <a:defRPr sz="1725" b="1">
                <a:solidFill>
                  <a:srgbClr val="536B7C"/>
                </a:solidFill>
                <a:latin typeface="Arial"/>
                <a:ea typeface="Arial"/>
                <a:cs typeface="Arial"/>
              </a:defRPr>
            </a:lvl9pPr>
          </a:lstStyle>
          <a:p xmlns:a="http://schemas.openxmlformats.org/drawingml/2006/main">
            <a:pPr algn="l">
              <a:buNone/>
              <a:defRPr sz="1725" b="1">
                <a:solidFill>
                  <a:srgbClr val="536B7C"/>
                </a:solidFill>
                <a:latin typeface="Arial"/>
                <a:ea typeface="Arial"/>
                <a:cs typeface="Arial"/>
              </a:defRPr>
            </a:pPr>
            <a:r>
              <a:rPr sz="1725" b="1">
                <a:solidFill>
                  <a:srgbClr val="536B7C"/>
                </a:solidFill>
                <a:latin typeface="Arial"/>
                <a:ea typeface="Arial"/>
                <a:cs typeface="Arial"/>
              </a:rPr>
              <a:t>Memory tools</a:t>
            </a:r>
          </a:p>
        </p:txBody>
      </p:sp>
      <p:sp>
        <p:nvSpPr>
          <p:cNvPr id="6" name="">
            <a:extLst xmlns:a="http://schemas.openxmlformats.org/drawingml/2006/main">
              <a:ext uri="{FF2B5EF4-FFF2-40B4-BE49-F238E27FC236}">
                <a16:creationId xmlns:a16="http://schemas.microsoft.com/office/drawing/2014/main" id="{54479A2F-7D7F-400F-AD81-053921D1749E}"/>
              </a:ext>
            </a:extLst>
          </p:cNvPr>
          <p:cNvSpPr>
            <a:spLocks xmlns:a="http://schemas.openxmlformats.org/drawingml/2006/main" noGrp="1"/>
          </p:cNvSpPr>
          <p:nvPr/>
        </p:nvSpPr>
        <p:spPr>
          <a:xfrm xmlns:a="http://schemas.openxmlformats.org/drawingml/2006/main">
            <a:off x="666750" y="2838450"/>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4050" b="1">
                <a:solidFill>
                  <a:srgbClr val="087F8C"/>
                </a:solidFill>
                <a:latin typeface="Arial"/>
                <a:ea typeface="Arial"/>
                <a:cs typeface="Arial"/>
              </a:defRPr>
            </a:defPPr>
            <a:lvl1pPr algn="l">
              <a:buNone/>
              <a:defRPr sz="4050" b="1">
                <a:solidFill>
                  <a:srgbClr val="087F8C"/>
                </a:solidFill>
                <a:latin typeface="Arial"/>
                <a:ea typeface="Arial"/>
                <a:cs typeface="Arial"/>
              </a:defRPr>
            </a:lvl1pPr>
            <a:lvl2pPr algn="l">
              <a:buNone/>
              <a:defRPr sz="4050" b="1">
                <a:solidFill>
                  <a:srgbClr val="087F8C"/>
                </a:solidFill>
                <a:latin typeface="Arial"/>
                <a:ea typeface="Arial"/>
                <a:cs typeface="Arial"/>
              </a:defRPr>
            </a:lvl2pPr>
            <a:lvl3pPr algn="l">
              <a:buNone/>
              <a:defRPr sz="4050" b="1">
                <a:solidFill>
                  <a:srgbClr val="087F8C"/>
                </a:solidFill>
                <a:latin typeface="Arial"/>
                <a:ea typeface="Arial"/>
                <a:cs typeface="Arial"/>
              </a:defRPr>
            </a:lvl3pPr>
            <a:lvl4pPr algn="l">
              <a:buNone/>
              <a:defRPr sz="4050" b="1">
                <a:solidFill>
                  <a:srgbClr val="087F8C"/>
                </a:solidFill>
                <a:latin typeface="Arial"/>
                <a:ea typeface="Arial"/>
                <a:cs typeface="Arial"/>
              </a:defRPr>
            </a:lvl4pPr>
            <a:lvl5pPr algn="l">
              <a:buNone/>
              <a:defRPr sz="4050" b="1">
                <a:solidFill>
                  <a:srgbClr val="087F8C"/>
                </a:solidFill>
                <a:latin typeface="Arial"/>
                <a:ea typeface="Arial"/>
                <a:cs typeface="Arial"/>
              </a:defRPr>
            </a:lvl5pPr>
            <a:lvl6pPr algn="l">
              <a:buNone/>
              <a:defRPr sz="4050" b="1">
                <a:solidFill>
                  <a:srgbClr val="087F8C"/>
                </a:solidFill>
                <a:latin typeface="Arial"/>
                <a:ea typeface="Arial"/>
                <a:cs typeface="Arial"/>
              </a:defRPr>
            </a:lvl6pPr>
            <a:lvl7pPr algn="l">
              <a:buNone/>
              <a:defRPr sz="4050" b="1">
                <a:solidFill>
                  <a:srgbClr val="087F8C"/>
                </a:solidFill>
                <a:latin typeface="Arial"/>
                <a:ea typeface="Arial"/>
                <a:cs typeface="Arial"/>
              </a:defRPr>
            </a:lvl7pPr>
            <a:lvl8pPr algn="l">
              <a:buNone/>
              <a:defRPr sz="4050" b="1">
                <a:solidFill>
                  <a:srgbClr val="087F8C"/>
                </a:solidFill>
                <a:latin typeface="Arial"/>
                <a:ea typeface="Arial"/>
                <a:cs typeface="Arial"/>
              </a:defRPr>
            </a:lvl8pPr>
            <a:lvl9pPr algn="l">
              <a:buNone/>
              <a:defRPr sz="4050" b="1">
                <a:solidFill>
                  <a:srgbClr val="087F8C"/>
                </a:solidFill>
                <a:latin typeface="Arial"/>
                <a:ea typeface="Arial"/>
                <a:cs typeface="Arial"/>
              </a:defRPr>
            </a:lvl9pPr>
          </a:lstStyle>
          <a:p xmlns:a="http://schemas.openxmlformats.org/drawingml/2006/main">
            <a:pPr algn="l">
              <a:buNone/>
              <a:defRPr sz="4050" b="1">
                <a:solidFill>
                  <a:srgbClr val="087F8C"/>
                </a:solidFill>
                <a:latin typeface="Arial"/>
                <a:ea typeface="Arial"/>
                <a:cs typeface="Arial"/>
              </a:defRPr>
            </a:pPr>
            <a:r>
              <a:rPr sz="4050" b="1">
                <a:solidFill>
                  <a:srgbClr val="087F8C"/>
                </a:solidFill>
                <a:latin typeface="Arial"/>
                <a:ea typeface="Arial"/>
                <a:cs typeface="Arial"/>
              </a:rPr>
              <a:t>Mem0</a:t>
            </a:r>
          </a:p>
        </p:txBody>
      </p:sp>
      <p:sp>
        <p:nvSpPr>
          <p:cNvPr id="7" name="">
            <a:extLst xmlns:a="http://schemas.openxmlformats.org/drawingml/2006/main">
              <a:ext uri="{FF2B5EF4-FFF2-40B4-BE49-F238E27FC236}">
                <a16:creationId xmlns:a16="http://schemas.microsoft.com/office/drawing/2014/main" id="{9BC37515-7F16-468C-93F0-FC36F42630A3}"/>
              </a:ext>
            </a:extLst>
          </p:cNvPr>
          <p:cNvSpPr>
            <a:spLocks xmlns:a="http://schemas.openxmlformats.org/drawingml/2006/main" noGrp="1"/>
          </p:cNvSpPr>
          <p:nvPr/>
        </p:nvSpPr>
        <p:spPr>
          <a:xfrm xmlns:a="http://schemas.openxmlformats.org/drawingml/2006/main">
            <a:off x="666750" y="3981450"/>
            <a:ext cx="504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a:solidFill>
                  <a:srgbClr val="152B3C"/>
                </a:solidFill>
                <a:latin typeface="Arial"/>
                <a:ea typeface="Arial"/>
                <a:cs typeface="Arial"/>
              </a:defRPr>
            </a:defPPr>
            <a:lvl1pPr algn="l">
              <a:buNone/>
              <a:defRPr sz="1575" b="0">
                <a:solidFill>
                  <a:srgbClr val="152B3C"/>
                </a:solidFill>
                <a:latin typeface="Arial"/>
                <a:ea typeface="Arial"/>
                <a:cs typeface="Arial"/>
              </a:defRPr>
            </a:lvl1pPr>
            <a:lvl2pPr algn="l">
              <a:buNone/>
              <a:defRPr sz="1575" b="0">
                <a:solidFill>
                  <a:srgbClr val="152B3C"/>
                </a:solidFill>
                <a:latin typeface="Arial"/>
                <a:ea typeface="Arial"/>
                <a:cs typeface="Arial"/>
              </a:defRPr>
            </a:lvl2pPr>
            <a:lvl3pPr algn="l">
              <a:buNone/>
              <a:defRPr sz="1575" b="0">
                <a:solidFill>
                  <a:srgbClr val="152B3C"/>
                </a:solidFill>
                <a:latin typeface="Arial"/>
                <a:ea typeface="Arial"/>
                <a:cs typeface="Arial"/>
              </a:defRPr>
            </a:lvl3pPr>
            <a:lvl4pPr algn="l">
              <a:buNone/>
              <a:defRPr sz="1575" b="0">
                <a:solidFill>
                  <a:srgbClr val="152B3C"/>
                </a:solidFill>
                <a:latin typeface="Arial"/>
                <a:ea typeface="Arial"/>
                <a:cs typeface="Arial"/>
              </a:defRPr>
            </a:lvl4pPr>
            <a:lvl5pPr algn="l">
              <a:buNone/>
              <a:defRPr sz="1575" b="0">
                <a:solidFill>
                  <a:srgbClr val="152B3C"/>
                </a:solidFill>
                <a:latin typeface="Arial"/>
                <a:ea typeface="Arial"/>
                <a:cs typeface="Arial"/>
              </a:defRPr>
            </a:lvl5pPr>
            <a:lvl6pPr algn="l">
              <a:buNone/>
              <a:defRPr sz="1575" b="0">
                <a:solidFill>
                  <a:srgbClr val="152B3C"/>
                </a:solidFill>
                <a:latin typeface="Arial"/>
                <a:ea typeface="Arial"/>
                <a:cs typeface="Arial"/>
              </a:defRPr>
            </a:lvl6pPr>
            <a:lvl7pPr algn="l">
              <a:buNone/>
              <a:defRPr sz="1575" b="0">
                <a:solidFill>
                  <a:srgbClr val="152B3C"/>
                </a:solidFill>
                <a:latin typeface="Arial"/>
                <a:ea typeface="Arial"/>
                <a:cs typeface="Arial"/>
              </a:defRPr>
            </a:lvl7pPr>
            <a:lvl8pPr algn="l">
              <a:buNone/>
              <a:defRPr sz="1575" b="0">
                <a:solidFill>
                  <a:srgbClr val="152B3C"/>
                </a:solidFill>
                <a:latin typeface="Arial"/>
                <a:ea typeface="Arial"/>
                <a:cs typeface="Arial"/>
              </a:defRPr>
            </a:lvl8pPr>
            <a:lvl9pPr algn="l">
              <a:buNone/>
              <a:defRPr sz="1575" b="0">
                <a:solidFill>
                  <a:srgbClr val="152B3C"/>
                </a:solidFill>
                <a:latin typeface="Arial"/>
                <a:ea typeface="Arial"/>
                <a:cs typeface="Arial"/>
              </a:defRPr>
            </a:lvl9pPr>
          </a:lstStyle>
          <a:p xmlns:a="http://schemas.openxmlformats.org/drawingml/2006/main">
            <a:pPr algn="l">
              <a:buNone/>
              <a:defRPr sz="1575" b="0">
                <a:solidFill>
                  <a:srgbClr val="152B3C"/>
                </a:solidFill>
                <a:latin typeface="Arial"/>
                <a:ea typeface="Arial"/>
                <a:cs typeface="Arial"/>
              </a:defRPr>
            </a:pPr>
            <a:r>
              <a:rPr sz="1575" b="0">
                <a:solidFill>
                  <a:srgbClr val="152B3C"/>
                </a:solidFill>
                <a:latin typeface="Arial"/>
                <a:ea typeface="Arial"/>
                <a:cs typeface="Arial"/>
              </a:rPr>
              <a:t>Stores and retrieves memories for AI applications.</a:t>
            </a:r>
          </a:p>
        </p:txBody>
      </p:sp>
      <p:sp>
        <p:nvSpPr>
          <p:cNvPr id="8" name="">
            <a:extLst xmlns:a="http://schemas.openxmlformats.org/drawingml/2006/main">
              <a:ext uri="{FF2B5EF4-FFF2-40B4-BE49-F238E27FC236}">
                <a16:creationId xmlns:a16="http://schemas.microsoft.com/office/drawing/2014/main" id="{A6B8BD4C-DD46-4A87-BB23-32A6799FF9B3}"/>
              </a:ext>
            </a:extLst>
          </p:cNvPr>
          <p:cNvSpPr>
            <a:spLocks xmlns:a="http://schemas.openxmlformats.org/drawingml/2006/main" noGrp="1"/>
          </p:cNvSpPr>
          <p:nvPr/>
        </p:nvSpPr>
        <p:spPr>
          <a:xfrm xmlns:a="http://schemas.openxmlformats.org/drawingml/2006/main">
            <a:off x="6381750" y="2266950"/>
            <a:ext cx="4953000" cy="22383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99127B5-C5CD-4290-9AC1-05ACD108B735}"/>
              </a:ext>
            </a:extLst>
          </p:cNvPr>
          <p:cNvSpPr>
            <a:spLocks xmlns:a="http://schemas.openxmlformats.org/drawingml/2006/main" noGrp="1"/>
          </p:cNvSpPr>
          <p:nvPr/>
        </p:nvSpPr>
        <p:spPr>
          <a:xfrm xmlns:a="http://schemas.openxmlformats.org/drawingml/2006/main">
            <a:off x="6667500" y="257175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Benchmark</a:t>
            </a:r>
          </a:p>
        </p:txBody>
      </p:sp>
      <p:sp>
        <p:nvSpPr>
          <p:cNvPr id="10" name="">
            <a:extLst xmlns:a="http://schemas.openxmlformats.org/drawingml/2006/main">
              <a:ext uri="{FF2B5EF4-FFF2-40B4-BE49-F238E27FC236}">
                <a16:creationId xmlns:a16="http://schemas.microsoft.com/office/drawing/2014/main" id="{6EBBA607-D082-4948-AC5A-C4D93E4CDE45}"/>
              </a:ext>
            </a:extLst>
          </p:cNvPr>
          <p:cNvSpPr>
            <a:spLocks xmlns:a="http://schemas.openxmlformats.org/drawingml/2006/main" noGrp="1"/>
          </p:cNvSpPr>
          <p:nvPr/>
        </p:nvSpPr>
        <p:spPr>
          <a:xfrm xmlns:a="http://schemas.openxmlformats.org/drawingml/2006/main">
            <a:off x="6667500" y="3067050"/>
            <a:ext cx="438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3150" b="1">
                <a:solidFill>
                  <a:srgbClr val="152B3C"/>
                </a:solidFill>
                <a:latin typeface="Arial"/>
                <a:ea typeface="Arial"/>
                <a:cs typeface="Arial"/>
              </a:defRPr>
            </a:defPPr>
            <a:lvl1pPr algn="l">
              <a:buNone/>
              <a:defRPr sz="3150" b="1">
                <a:solidFill>
                  <a:srgbClr val="152B3C"/>
                </a:solidFill>
                <a:latin typeface="Arial"/>
                <a:ea typeface="Arial"/>
                <a:cs typeface="Arial"/>
              </a:defRPr>
            </a:lvl1pPr>
            <a:lvl2pPr algn="l">
              <a:buNone/>
              <a:defRPr sz="3150" b="1">
                <a:solidFill>
                  <a:srgbClr val="152B3C"/>
                </a:solidFill>
                <a:latin typeface="Arial"/>
                <a:ea typeface="Arial"/>
                <a:cs typeface="Arial"/>
              </a:defRPr>
            </a:lvl2pPr>
            <a:lvl3pPr algn="l">
              <a:buNone/>
              <a:defRPr sz="3150" b="1">
                <a:solidFill>
                  <a:srgbClr val="152B3C"/>
                </a:solidFill>
                <a:latin typeface="Arial"/>
                <a:ea typeface="Arial"/>
                <a:cs typeface="Arial"/>
              </a:defRPr>
            </a:lvl3pPr>
            <a:lvl4pPr algn="l">
              <a:buNone/>
              <a:defRPr sz="3150" b="1">
                <a:solidFill>
                  <a:srgbClr val="152B3C"/>
                </a:solidFill>
                <a:latin typeface="Arial"/>
                <a:ea typeface="Arial"/>
                <a:cs typeface="Arial"/>
              </a:defRPr>
            </a:lvl4pPr>
            <a:lvl5pPr algn="l">
              <a:buNone/>
              <a:defRPr sz="3150" b="1">
                <a:solidFill>
                  <a:srgbClr val="152B3C"/>
                </a:solidFill>
                <a:latin typeface="Arial"/>
                <a:ea typeface="Arial"/>
                <a:cs typeface="Arial"/>
              </a:defRPr>
            </a:lvl5pPr>
            <a:lvl6pPr algn="l">
              <a:buNone/>
              <a:defRPr sz="3150" b="1">
                <a:solidFill>
                  <a:srgbClr val="152B3C"/>
                </a:solidFill>
                <a:latin typeface="Arial"/>
                <a:ea typeface="Arial"/>
                <a:cs typeface="Arial"/>
              </a:defRPr>
            </a:lvl6pPr>
            <a:lvl7pPr algn="l">
              <a:buNone/>
              <a:defRPr sz="3150" b="1">
                <a:solidFill>
                  <a:srgbClr val="152B3C"/>
                </a:solidFill>
                <a:latin typeface="Arial"/>
                <a:ea typeface="Arial"/>
                <a:cs typeface="Arial"/>
              </a:defRPr>
            </a:lvl7pPr>
            <a:lvl8pPr algn="l">
              <a:buNone/>
              <a:defRPr sz="3150" b="1">
                <a:solidFill>
                  <a:srgbClr val="152B3C"/>
                </a:solidFill>
                <a:latin typeface="Arial"/>
                <a:ea typeface="Arial"/>
                <a:cs typeface="Arial"/>
              </a:defRPr>
            </a:lvl8pPr>
            <a:lvl9pPr algn="l">
              <a:buNone/>
              <a:defRPr sz="3150" b="1">
                <a:solidFill>
                  <a:srgbClr val="152B3C"/>
                </a:solidFill>
                <a:latin typeface="Arial"/>
                <a:ea typeface="Arial"/>
                <a:cs typeface="Arial"/>
              </a:defRPr>
            </a:lvl9pPr>
          </a:lstStyle>
          <a:p xmlns:a="http://schemas.openxmlformats.org/drawingml/2006/main">
            <a:pPr algn="l">
              <a:buNone/>
              <a:defRPr sz="3150" b="1">
                <a:solidFill>
                  <a:srgbClr val="152B3C"/>
                </a:solidFill>
                <a:latin typeface="Arial"/>
                <a:ea typeface="Arial"/>
                <a:cs typeface="Arial"/>
              </a:defRPr>
            </a:pPr>
            <a:r>
              <a:rPr sz="3150" b="1">
                <a:solidFill>
                  <a:srgbClr val="152B3C"/>
                </a:solidFill>
                <a:latin typeface="Arial"/>
                <a:ea typeface="Arial"/>
                <a:cs typeface="Arial"/>
              </a:rPr>
              <a:t>LongMemEval</a:t>
            </a:r>
          </a:p>
        </p:txBody>
      </p:sp>
      <p:sp>
        <p:nvSpPr>
          <p:cNvPr id="11" name="">
            <a:extLst xmlns:a="http://schemas.openxmlformats.org/drawingml/2006/main">
              <a:ext uri="{FF2B5EF4-FFF2-40B4-BE49-F238E27FC236}">
                <a16:creationId xmlns:a16="http://schemas.microsoft.com/office/drawing/2014/main" id="{B9C2F7F3-0D68-478F-BFD3-07E1A4D716A2}"/>
              </a:ext>
            </a:extLst>
          </p:cNvPr>
          <p:cNvSpPr>
            <a:spLocks xmlns:a="http://schemas.openxmlformats.org/drawingml/2006/main" noGrp="1"/>
          </p:cNvSpPr>
          <p:nvPr/>
        </p:nvSpPr>
        <p:spPr>
          <a:xfrm xmlns:a="http://schemas.openxmlformats.org/drawingml/2006/main">
            <a:off x="6667500" y="3905250"/>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a:solidFill>
                  <a:srgbClr val="536B7C"/>
                </a:solidFill>
                <a:latin typeface="Arial"/>
                <a:ea typeface="Arial"/>
                <a:cs typeface="Arial"/>
              </a:defRPr>
            </a:defPPr>
            <a:lvl1pPr algn="l">
              <a:buNone/>
              <a:defRPr sz="1275" b="0">
                <a:solidFill>
                  <a:srgbClr val="536B7C"/>
                </a:solidFill>
                <a:latin typeface="Arial"/>
                <a:ea typeface="Arial"/>
                <a:cs typeface="Arial"/>
              </a:defRPr>
            </a:lvl1pPr>
            <a:lvl2pPr algn="l">
              <a:buNone/>
              <a:defRPr sz="1275" b="0">
                <a:solidFill>
                  <a:srgbClr val="536B7C"/>
                </a:solidFill>
                <a:latin typeface="Arial"/>
                <a:ea typeface="Arial"/>
                <a:cs typeface="Arial"/>
              </a:defRPr>
            </a:lvl2pPr>
            <a:lvl3pPr algn="l">
              <a:buNone/>
              <a:defRPr sz="1275" b="0">
                <a:solidFill>
                  <a:srgbClr val="536B7C"/>
                </a:solidFill>
                <a:latin typeface="Arial"/>
                <a:ea typeface="Arial"/>
                <a:cs typeface="Arial"/>
              </a:defRPr>
            </a:lvl3pPr>
            <a:lvl4pPr algn="l">
              <a:buNone/>
              <a:defRPr sz="1275" b="0">
                <a:solidFill>
                  <a:srgbClr val="536B7C"/>
                </a:solidFill>
                <a:latin typeface="Arial"/>
                <a:ea typeface="Arial"/>
                <a:cs typeface="Arial"/>
              </a:defRPr>
            </a:lvl4pPr>
            <a:lvl5pPr algn="l">
              <a:buNone/>
              <a:defRPr sz="1275" b="0">
                <a:solidFill>
                  <a:srgbClr val="536B7C"/>
                </a:solidFill>
                <a:latin typeface="Arial"/>
                <a:ea typeface="Arial"/>
                <a:cs typeface="Arial"/>
              </a:defRPr>
            </a:lvl5pPr>
            <a:lvl6pPr algn="l">
              <a:buNone/>
              <a:defRPr sz="1275" b="0">
                <a:solidFill>
                  <a:srgbClr val="536B7C"/>
                </a:solidFill>
                <a:latin typeface="Arial"/>
                <a:ea typeface="Arial"/>
                <a:cs typeface="Arial"/>
              </a:defRPr>
            </a:lvl6pPr>
            <a:lvl7pPr algn="l">
              <a:buNone/>
              <a:defRPr sz="1275" b="0">
                <a:solidFill>
                  <a:srgbClr val="536B7C"/>
                </a:solidFill>
                <a:latin typeface="Arial"/>
                <a:ea typeface="Arial"/>
                <a:cs typeface="Arial"/>
              </a:defRPr>
            </a:lvl7pPr>
            <a:lvl8pPr algn="l">
              <a:buNone/>
              <a:defRPr sz="1275" b="0">
                <a:solidFill>
                  <a:srgbClr val="536B7C"/>
                </a:solidFill>
                <a:latin typeface="Arial"/>
                <a:ea typeface="Arial"/>
                <a:cs typeface="Arial"/>
              </a:defRPr>
            </a:lvl8pPr>
            <a:lvl9pPr algn="l">
              <a:buNone/>
              <a:defRPr sz="1275" b="0">
                <a:solidFill>
                  <a:srgbClr val="536B7C"/>
                </a:solidFill>
                <a:latin typeface="Arial"/>
                <a:ea typeface="Arial"/>
                <a:cs typeface="Arial"/>
              </a:defRPr>
            </a:lvl9pPr>
          </a:lstStyle>
          <a:p xmlns:a="http://schemas.openxmlformats.org/drawingml/2006/main">
            <a:pPr algn="l">
              <a:buNone/>
              <a:defRPr sz="1275" b="0">
                <a:solidFill>
                  <a:srgbClr val="536B7C"/>
                </a:solidFill>
                <a:latin typeface="Arial"/>
                <a:ea typeface="Arial"/>
                <a:cs typeface="Arial"/>
              </a:defRPr>
            </a:pPr>
            <a:r>
              <a:rPr sz="1275" b="0">
                <a:solidFill>
                  <a:srgbClr val="536B7C"/>
                </a:solidFill>
                <a:latin typeface="Arial"/>
                <a:ea typeface="Arial"/>
                <a:cs typeface="Arial"/>
              </a:rPr>
              <a:t>Measures long-term memory abilities.</a:t>
            </a:r>
          </a:p>
        </p:txBody>
      </p:sp>
      <p:sp>
        <p:nvSpPr>
          <p:cNvPr id="12" name="">
            <a:extLst xmlns:a="http://schemas.openxmlformats.org/drawingml/2006/main">
              <a:ext uri="{FF2B5EF4-FFF2-40B4-BE49-F238E27FC236}">
                <a16:creationId xmlns:a16="http://schemas.microsoft.com/office/drawing/2014/main" id="{9BFAF6B3-045D-4B27-9C71-8FE39100D909}"/>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082F494-1D8E-47A0-802D-045F30348B74}"/>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Our contribution: source-backed audit, failure evidence and before / after comparison.</a:t>
            </a:r>
          </a:p>
        </p:txBody>
      </p:sp>
    </p:spTree>
    <p:extLst>
      <p:ext uri="{BB962C8B-B14F-4D97-AF65-F5344CB8AC3E}">
        <p14:creationId xmlns:p14="http://schemas.microsoft.com/office/powerpoint/2010/main" val="550177001"/>
      </p:ext>
    </p:extLst>
  </p:cSld>
</p:sld>
</file>

<file path=ppt/slides/slide9.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DBB81C-D377-4F49-A94A-6349222DD6B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440300-8FCA-4F40-80C5-DCDCE9B66D4F}"/>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3     •     09</a:t>
            </a:r>
          </a:p>
        </p:txBody>
      </p:sp>
      <p:sp>
        <p:nvSpPr>
          <p:cNvPr id="3" name="">
            <a:extLst xmlns:a="http://schemas.openxmlformats.org/drawingml/2006/main">
              <a:ext uri="{FF2B5EF4-FFF2-40B4-BE49-F238E27FC236}">
                <a16:creationId xmlns:a16="http://schemas.microsoft.com/office/drawing/2014/main" id="{6EA44832-FC42-463F-A6E5-7C59051D92C9}"/>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Auditor scoring improved on the same answers</a:t>
            </a:r>
          </a:p>
        </p:txBody>
      </p:sp>
      <p:sp>
        <p:nvSpPr>
          <p:cNvPr id="4" name="">
            <a:extLst xmlns:a="http://schemas.openxmlformats.org/drawingml/2006/main">
              <a:ext uri="{FF2B5EF4-FFF2-40B4-BE49-F238E27FC236}">
                <a16:creationId xmlns:a16="http://schemas.microsoft.com/office/drawing/2014/main" id="{6B83E83C-7448-4E3E-8376-A7594AAFEF1C}"/>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Old and new scorers assessed the same 118 human-consensus answers.</a:t>
            </a:r>
          </a:p>
        </p:txBody>
      </p:sp>
      <p:sp>
        <p:nvSpPr>
          <p:cNvPr id="5" name="">
            <a:extLst xmlns:a="http://schemas.openxmlformats.org/drawingml/2006/main">
              <a:ext uri="{FF2B5EF4-FFF2-40B4-BE49-F238E27FC236}">
                <a16:creationId xmlns:a16="http://schemas.microsoft.com/office/drawing/2014/main" id="{5B70CB77-C280-48CF-BA86-84A01881FA9C}"/>
              </a:ext>
            </a:extLst>
          </p:cNvPr>
          <p:cNvSpPr>
            <a:spLocks xmlns:a="http://schemas.openxmlformats.org/drawingml/2006/main" noGrp="1"/>
          </p:cNvSpPr>
          <p:nvPr/>
        </p:nvSpPr>
        <p:spPr>
          <a:xfrm xmlns:a="http://schemas.openxmlformats.org/drawingml/2006/main">
            <a:off x="666750" y="2143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FAILURES DETECTED</a:t>
            </a:r>
          </a:p>
        </p:txBody>
      </p:sp>
      <p:sp>
        <p:nvSpPr>
          <p:cNvPr id="6" name="">
            <a:extLst xmlns:a="http://schemas.openxmlformats.org/drawingml/2006/main">
              <a:ext uri="{FF2B5EF4-FFF2-40B4-BE49-F238E27FC236}">
                <a16:creationId xmlns:a16="http://schemas.microsoft.com/office/drawing/2014/main" id="{620BE691-E0EE-42E7-A780-90EFD002C41C}"/>
              </a:ext>
            </a:extLst>
          </p:cNvPr>
          <p:cNvSpPr>
            <a:spLocks xmlns:a="http://schemas.openxmlformats.org/drawingml/2006/main" noGrp="1"/>
          </p:cNvSpPr>
          <p:nvPr/>
        </p:nvSpPr>
        <p:spPr>
          <a:xfrm xmlns:a="http://schemas.openxmlformats.org/drawingml/2006/main">
            <a:off x="666750" y="267652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BC504C"/>
                </a:solidFill>
                <a:latin typeface="Arial"/>
                <a:ea typeface="Arial"/>
                <a:cs typeface="Arial"/>
              </a:defRPr>
            </a:defPPr>
            <a:lvl1pPr algn="l">
              <a:buNone/>
              <a:defRPr sz="2400" b="1">
                <a:solidFill>
                  <a:srgbClr val="BC504C"/>
                </a:solidFill>
                <a:latin typeface="Arial"/>
                <a:ea typeface="Arial"/>
                <a:cs typeface="Arial"/>
              </a:defRPr>
            </a:lvl1pPr>
            <a:lvl2pPr algn="l">
              <a:buNone/>
              <a:defRPr sz="2400" b="1">
                <a:solidFill>
                  <a:srgbClr val="BC504C"/>
                </a:solidFill>
                <a:latin typeface="Arial"/>
                <a:ea typeface="Arial"/>
                <a:cs typeface="Arial"/>
              </a:defRPr>
            </a:lvl2pPr>
            <a:lvl3pPr algn="l">
              <a:buNone/>
              <a:defRPr sz="2400" b="1">
                <a:solidFill>
                  <a:srgbClr val="BC504C"/>
                </a:solidFill>
                <a:latin typeface="Arial"/>
                <a:ea typeface="Arial"/>
                <a:cs typeface="Arial"/>
              </a:defRPr>
            </a:lvl3pPr>
            <a:lvl4pPr algn="l">
              <a:buNone/>
              <a:defRPr sz="2400" b="1">
                <a:solidFill>
                  <a:srgbClr val="BC504C"/>
                </a:solidFill>
                <a:latin typeface="Arial"/>
                <a:ea typeface="Arial"/>
                <a:cs typeface="Arial"/>
              </a:defRPr>
            </a:lvl4pPr>
            <a:lvl5pPr algn="l">
              <a:buNone/>
              <a:defRPr sz="2400" b="1">
                <a:solidFill>
                  <a:srgbClr val="BC504C"/>
                </a:solidFill>
                <a:latin typeface="Arial"/>
                <a:ea typeface="Arial"/>
                <a:cs typeface="Arial"/>
              </a:defRPr>
            </a:lvl5pPr>
            <a:lvl6pPr algn="l">
              <a:buNone/>
              <a:defRPr sz="2400" b="1">
                <a:solidFill>
                  <a:srgbClr val="BC504C"/>
                </a:solidFill>
                <a:latin typeface="Arial"/>
                <a:ea typeface="Arial"/>
                <a:cs typeface="Arial"/>
              </a:defRPr>
            </a:lvl6pPr>
            <a:lvl7pPr algn="l">
              <a:buNone/>
              <a:defRPr sz="2400" b="1">
                <a:solidFill>
                  <a:srgbClr val="BC504C"/>
                </a:solidFill>
                <a:latin typeface="Arial"/>
                <a:ea typeface="Arial"/>
                <a:cs typeface="Arial"/>
              </a:defRPr>
            </a:lvl7pPr>
            <a:lvl8pPr algn="l">
              <a:buNone/>
              <a:defRPr sz="2400" b="1">
                <a:solidFill>
                  <a:srgbClr val="BC504C"/>
                </a:solidFill>
                <a:latin typeface="Arial"/>
                <a:ea typeface="Arial"/>
                <a:cs typeface="Arial"/>
              </a:defRPr>
            </a:lvl8pPr>
            <a:lvl9pPr algn="l">
              <a:buNone/>
              <a:defRPr sz="2400" b="1">
                <a:solidFill>
                  <a:srgbClr val="BC504C"/>
                </a:solidFill>
                <a:latin typeface="Arial"/>
                <a:ea typeface="Arial"/>
                <a:cs typeface="Arial"/>
              </a:defRPr>
            </a:lvl9pPr>
          </a:lstStyle>
          <a:p xmlns:a="http://schemas.openxmlformats.org/drawingml/2006/main">
            <a:pPr algn="l">
              <a:buNone/>
              <a:defRPr sz="2400" b="1">
                <a:solidFill>
                  <a:srgbClr val="BC504C"/>
                </a:solidFill>
                <a:latin typeface="Arial"/>
                <a:ea typeface="Arial"/>
                <a:cs typeface="Arial"/>
              </a:defRPr>
            </a:pPr>
            <a:r>
              <a:rPr sz="2400" b="1">
                <a:solidFill>
                  <a:srgbClr val="BC504C"/>
                </a:solidFill>
                <a:latin typeface="Arial"/>
                <a:ea typeface="Arial"/>
                <a:cs typeface="Arial"/>
              </a:rPr>
              <a:t>55 / 68  ·  80.9%</a:t>
            </a:r>
          </a:p>
        </p:txBody>
      </p:sp>
      <p:sp>
        <p:nvSpPr>
          <p:cNvPr id="7" name="">
            <a:extLst xmlns:a="http://schemas.openxmlformats.org/drawingml/2006/main">
              <a:ext uri="{FF2B5EF4-FFF2-40B4-BE49-F238E27FC236}">
                <a16:creationId xmlns:a16="http://schemas.microsoft.com/office/drawing/2014/main" id="{8B4BFCA2-A4A0-4B51-B45B-A9581D9A162D}"/>
              </a:ext>
            </a:extLst>
          </p:cNvPr>
          <p:cNvSpPr>
            <a:spLocks xmlns:a="http://schemas.openxmlformats.org/drawingml/2006/main" noGrp="1"/>
          </p:cNvSpPr>
          <p:nvPr/>
        </p:nvSpPr>
        <p:spPr>
          <a:xfrm xmlns:a="http://schemas.openxmlformats.org/drawingml/2006/main">
            <a:off x="666750" y="326707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087F8C"/>
                </a:solidFill>
                <a:latin typeface="Arial"/>
                <a:ea typeface="Arial"/>
                <a:cs typeface="Arial"/>
              </a:defRPr>
            </a:defPPr>
            <a:lvl1pPr algn="l">
              <a:buNone/>
              <a:defRPr sz="2400" b="1">
                <a:solidFill>
                  <a:srgbClr val="087F8C"/>
                </a:solidFill>
                <a:latin typeface="Arial"/>
                <a:ea typeface="Arial"/>
                <a:cs typeface="Arial"/>
              </a:defRPr>
            </a:lvl1pPr>
            <a:lvl2pPr algn="l">
              <a:buNone/>
              <a:defRPr sz="2400" b="1">
                <a:solidFill>
                  <a:srgbClr val="087F8C"/>
                </a:solidFill>
                <a:latin typeface="Arial"/>
                <a:ea typeface="Arial"/>
                <a:cs typeface="Arial"/>
              </a:defRPr>
            </a:lvl2pPr>
            <a:lvl3pPr algn="l">
              <a:buNone/>
              <a:defRPr sz="2400" b="1">
                <a:solidFill>
                  <a:srgbClr val="087F8C"/>
                </a:solidFill>
                <a:latin typeface="Arial"/>
                <a:ea typeface="Arial"/>
                <a:cs typeface="Arial"/>
              </a:defRPr>
            </a:lvl3pPr>
            <a:lvl4pPr algn="l">
              <a:buNone/>
              <a:defRPr sz="2400" b="1">
                <a:solidFill>
                  <a:srgbClr val="087F8C"/>
                </a:solidFill>
                <a:latin typeface="Arial"/>
                <a:ea typeface="Arial"/>
                <a:cs typeface="Arial"/>
              </a:defRPr>
            </a:lvl4pPr>
            <a:lvl5pPr algn="l">
              <a:buNone/>
              <a:defRPr sz="2400" b="1">
                <a:solidFill>
                  <a:srgbClr val="087F8C"/>
                </a:solidFill>
                <a:latin typeface="Arial"/>
                <a:ea typeface="Arial"/>
                <a:cs typeface="Arial"/>
              </a:defRPr>
            </a:lvl5pPr>
            <a:lvl6pPr algn="l">
              <a:buNone/>
              <a:defRPr sz="2400" b="1">
                <a:solidFill>
                  <a:srgbClr val="087F8C"/>
                </a:solidFill>
                <a:latin typeface="Arial"/>
                <a:ea typeface="Arial"/>
                <a:cs typeface="Arial"/>
              </a:defRPr>
            </a:lvl6pPr>
            <a:lvl7pPr algn="l">
              <a:buNone/>
              <a:defRPr sz="2400" b="1">
                <a:solidFill>
                  <a:srgbClr val="087F8C"/>
                </a:solidFill>
                <a:latin typeface="Arial"/>
                <a:ea typeface="Arial"/>
                <a:cs typeface="Arial"/>
              </a:defRPr>
            </a:lvl7pPr>
            <a:lvl8pPr algn="l">
              <a:buNone/>
              <a:defRPr sz="2400" b="1">
                <a:solidFill>
                  <a:srgbClr val="087F8C"/>
                </a:solidFill>
                <a:latin typeface="Arial"/>
                <a:ea typeface="Arial"/>
                <a:cs typeface="Arial"/>
              </a:defRPr>
            </a:lvl8pPr>
            <a:lvl9pPr algn="l">
              <a:buNone/>
              <a:defRPr sz="2400" b="1">
                <a:solidFill>
                  <a:srgbClr val="087F8C"/>
                </a:solidFill>
                <a:latin typeface="Arial"/>
                <a:ea typeface="Arial"/>
                <a:cs typeface="Arial"/>
              </a:defRPr>
            </a:lvl9pPr>
          </a:lstStyle>
          <a:p xmlns:a="http://schemas.openxmlformats.org/drawingml/2006/main">
            <a:pPr algn="l">
              <a:buNone/>
              <a:defRPr sz="2400" b="1">
                <a:solidFill>
                  <a:srgbClr val="087F8C"/>
                </a:solidFill>
                <a:latin typeface="Arial"/>
                <a:ea typeface="Arial"/>
                <a:cs typeface="Arial"/>
              </a:defRPr>
            </a:pPr>
            <a:r>
              <a:rPr sz="2400" b="1">
                <a:solidFill>
                  <a:srgbClr val="087F8C"/>
                </a:solidFill>
                <a:latin typeface="Arial"/>
                <a:ea typeface="Arial"/>
                <a:cs typeface="Arial"/>
              </a:rPr>
              <a:t>61 / 68  ·  89.7%</a:t>
            </a:r>
          </a:p>
        </p:txBody>
      </p:sp>
      <p:sp>
        <p:nvSpPr>
          <p:cNvPr id="8" name="">
            <a:extLst xmlns:a="http://schemas.openxmlformats.org/drawingml/2006/main">
              <a:ext uri="{FF2B5EF4-FFF2-40B4-BE49-F238E27FC236}">
                <a16:creationId xmlns:a16="http://schemas.microsoft.com/office/drawing/2014/main" id="{C0EDFCC6-490D-43A4-936D-51683EA20EC0}"/>
              </a:ext>
            </a:extLst>
          </p:cNvPr>
          <p:cNvSpPr>
            <a:spLocks xmlns:a="http://schemas.openxmlformats.org/drawingml/2006/main" noGrp="1"/>
          </p:cNvSpPr>
          <p:nvPr/>
        </p:nvSpPr>
        <p:spPr>
          <a:xfrm xmlns:a="http://schemas.openxmlformats.org/drawingml/2006/main">
            <a:off x="666750" y="3886200"/>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a:solidFill>
                  <a:srgbClr val="536B7C"/>
                </a:solidFill>
                <a:latin typeface="Arial"/>
                <a:ea typeface="Arial"/>
                <a:cs typeface="Arial"/>
              </a:defRPr>
            </a:defPPr>
            <a:lvl1pPr algn="l">
              <a:buNone/>
              <a:defRPr sz="1200" b="0">
                <a:solidFill>
                  <a:srgbClr val="536B7C"/>
                </a:solidFill>
                <a:latin typeface="Arial"/>
                <a:ea typeface="Arial"/>
                <a:cs typeface="Arial"/>
              </a:defRPr>
            </a:lvl1pPr>
            <a:lvl2pPr algn="l">
              <a:buNone/>
              <a:defRPr sz="1200" b="0">
                <a:solidFill>
                  <a:srgbClr val="536B7C"/>
                </a:solidFill>
                <a:latin typeface="Arial"/>
                <a:ea typeface="Arial"/>
                <a:cs typeface="Arial"/>
              </a:defRPr>
            </a:lvl2pPr>
            <a:lvl3pPr algn="l">
              <a:buNone/>
              <a:defRPr sz="1200" b="0">
                <a:solidFill>
                  <a:srgbClr val="536B7C"/>
                </a:solidFill>
                <a:latin typeface="Arial"/>
                <a:ea typeface="Arial"/>
                <a:cs typeface="Arial"/>
              </a:defRPr>
            </a:lvl3pPr>
            <a:lvl4pPr algn="l">
              <a:buNone/>
              <a:defRPr sz="1200" b="0">
                <a:solidFill>
                  <a:srgbClr val="536B7C"/>
                </a:solidFill>
                <a:latin typeface="Arial"/>
                <a:ea typeface="Arial"/>
                <a:cs typeface="Arial"/>
              </a:defRPr>
            </a:lvl4pPr>
            <a:lvl5pPr algn="l">
              <a:buNone/>
              <a:defRPr sz="1200" b="0">
                <a:solidFill>
                  <a:srgbClr val="536B7C"/>
                </a:solidFill>
                <a:latin typeface="Arial"/>
                <a:ea typeface="Arial"/>
                <a:cs typeface="Arial"/>
              </a:defRPr>
            </a:lvl5pPr>
            <a:lvl6pPr algn="l">
              <a:buNone/>
              <a:defRPr sz="1200" b="0">
                <a:solidFill>
                  <a:srgbClr val="536B7C"/>
                </a:solidFill>
                <a:latin typeface="Arial"/>
                <a:ea typeface="Arial"/>
                <a:cs typeface="Arial"/>
              </a:defRPr>
            </a:lvl6pPr>
            <a:lvl7pPr algn="l">
              <a:buNone/>
              <a:defRPr sz="1200" b="0">
                <a:solidFill>
                  <a:srgbClr val="536B7C"/>
                </a:solidFill>
                <a:latin typeface="Arial"/>
                <a:ea typeface="Arial"/>
                <a:cs typeface="Arial"/>
              </a:defRPr>
            </a:lvl7pPr>
            <a:lvl8pPr algn="l">
              <a:buNone/>
              <a:defRPr sz="1200" b="0">
                <a:solidFill>
                  <a:srgbClr val="536B7C"/>
                </a:solidFill>
                <a:latin typeface="Arial"/>
                <a:ea typeface="Arial"/>
                <a:cs typeface="Arial"/>
              </a:defRPr>
            </a:lvl8pPr>
            <a:lvl9pPr algn="l">
              <a:buNone/>
              <a:defRPr sz="1200" b="0">
                <a:solidFill>
                  <a:srgbClr val="536B7C"/>
                </a:solidFill>
                <a:latin typeface="Arial"/>
                <a:ea typeface="Arial"/>
                <a:cs typeface="Arial"/>
              </a:defRPr>
            </a:lvl9pPr>
          </a:lstStyle>
          <a:p xmlns:a="http://schemas.openxmlformats.org/drawingml/2006/main">
            <a:pPr algn="l">
              <a:buNone/>
              <a:defRPr sz="1200" b="0">
                <a:solidFill>
                  <a:srgbClr val="536B7C"/>
                </a:solidFill>
                <a:latin typeface="Arial"/>
                <a:ea typeface="Arial"/>
                <a:cs typeface="Arial"/>
              </a:defRPr>
            </a:pPr>
            <a:r>
              <a:rPr sz="1200" b="0">
                <a:solidFill>
                  <a:srgbClr val="536B7C"/>
                </a:solidFill>
                <a:latin typeface="Arial"/>
                <a:ea typeface="Arial"/>
                <a:cs typeface="Arial"/>
              </a:rPr>
              <a:t>Old scorer → new scorer</a:t>
            </a:r>
          </a:p>
        </p:txBody>
      </p:sp>
      <p:sp>
        <p:nvSpPr>
          <p:cNvPr id="9" name="">
            <a:extLst xmlns:a="http://schemas.openxmlformats.org/drawingml/2006/main">
              <a:ext uri="{FF2B5EF4-FFF2-40B4-BE49-F238E27FC236}">
                <a16:creationId xmlns:a16="http://schemas.microsoft.com/office/drawing/2014/main" id="{14213669-97C2-4BE6-BC03-2CE29DEAEF02}"/>
              </a:ext>
            </a:extLst>
          </p:cNvPr>
          <p:cNvSpPr>
            <a:spLocks xmlns:a="http://schemas.openxmlformats.org/drawingml/2006/main" noGrp="1"/>
          </p:cNvSpPr>
          <p:nvPr/>
        </p:nvSpPr>
        <p:spPr>
          <a:xfrm xmlns:a="http://schemas.openxmlformats.org/drawingml/2006/main">
            <a:off x="4429125" y="2143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CORRECT CLASSIFICATION</a:t>
            </a:r>
          </a:p>
        </p:txBody>
      </p:sp>
      <p:sp>
        <p:nvSpPr>
          <p:cNvPr id="10" name="">
            <a:extLst xmlns:a="http://schemas.openxmlformats.org/drawingml/2006/main">
              <a:ext uri="{FF2B5EF4-FFF2-40B4-BE49-F238E27FC236}">
                <a16:creationId xmlns:a16="http://schemas.microsoft.com/office/drawing/2014/main" id="{29AC3F37-1A57-44DF-9E84-A91582C10004}"/>
              </a:ext>
            </a:extLst>
          </p:cNvPr>
          <p:cNvSpPr>
            <a:spLocks xmlns:a="http://schemas.openxmlformats.org/drawingml/2006/main" noGrp="1"/>
          </p:cNvSpPr>
          <p:nvPr/>
        </p:nvSpPr>
        <p:spPr>
          <a:xfrm xmlns:a="http://schemas.openxmlformats.org/drawingml/2006/main">
            <a:off x="4429125" y="267652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BC504C"/>
                </a:solidFill>
                <a:latin typeface="Arial"/>
                <a:ea typeface="Arial"/>
                <a:cs typeface="Arial"/>
              </a:defRPr>
            </a:defPPr>
            <a:lvl1pPr algn="l">
              <a:buNone/>
              <a:defRPr sz="2400" b="1">
                <a:solidFill>
                  <a:srgbClr val="BC504C"/>
                </a:solidFill>
                <a:latin typeface="Arial"/>
                <a:ea typeface="Arial"/>
                <a:cs typeface="Arial"/>
              </a:defRPr>
            </a:lvl1pPr>
            <a:lvl2pPr algn="l">
              <a:buNone/>
              <a:defRPr sz="2400" b="1">
                <a:solidFill>
                  <a:srgbClr val="BC504C"/>
                </a:solidFill>
                <a:latin typeface="Arial"/>
                <a:ea typeface="Arial"/>
                <a:cs typeface="Arial"/>
              </a:defRPr>
            </a:lvl2pPr>
            <a:lvl3pPr algn="l">
              <a:buNone/>
              <a:defRPr sz="2400" b="1">
                <a:solidFill>
                  <a:srgbClr val="BC504C"/>
                </a:solidFill>
                <a:latin typeface="Arial"/>
                <a:ea typeface="Arial"/>
                <a:cs typeface="Arial"/>
              </a:defRPr>
            </a:lvl3pPr>
            <a:lvl4pPr algn="l">
              <a:buNone/>
              <a:defRPr sz="2400" b="1">
                <a:solidFill>
                  <a:srgbClr val="BC504C"/>
                </a:solidFill>
                <a:latin typeface="Arial"/>
                <a:ea typeface="Arial"/>
                <a:cs typeface="Arial"/>
              </a:defRPr>
            </a:lvl4pPr>
            <a:lvl5pPr algn="l">
              <a:buNone/>
              <a:defRPr sz="2400" b="1">
                <a:solidFill>
                  <a:srgbClr val="BC504C"/>
                </a:solidFill>
                <a:latin typeface="Arial"/>
                <a:ea typeface="Arial"/>
                <a:cs typeface="Arial"/>
              </a:defRPr>
            </a:lvl5pPr>
            <a:lvl6pPr algn="l">
              <a:buNone/>
              <a:defRPr sz="2400" b="1">
                <a:solidFill>
                  <a:srgbClr val="BC504C"/>
                </a:solidFill>
                <a:latin typeface="Arial"/>
                <a:ea typeface="Arial"/>
                <a:cs typeface="Arial"/>
              </a:defRPr>
            </a:lvl6pPr>
            <a:lvl7pPr algn="l">
              <a:buNone/>
              <a:defRPr sz="2400" b="1">
                <a:solidFill>
                  <a:srgbClr val="BC504C"/>
                </a:solidFill>
                <a:latin typeface="Arial"/>
                <a:ea typeface="Arial"/>
                <a:cs typeface="Arial"/>
              </a:defRPr>
            </a:lvl7pPr>
            <a:lvl8pPr algn="l">
              <a:buNone/>
              <a:defRPr sz="2400" b="1">
                <a:solidFill>
                  <a:srgbClr val="BC504C"/>
                </a:solidFill>
                <a:latin typeface="Arial"/>
                <a:ea typeface="Arial"/>
                <a:cs typeface="Arial"/>
              </a:defRPr>
            </a:lvl8pPr>
            <a:lvl9pPr algn="l">
              <a:buNone/>
              <a:defRPr sz="2400" b="1">
                <a:solidFill>
                  <a:srgbClr val="BC504C"/>
                </a:solidFill>
                <a:latin typeface="Arial"/>
                <a:ea typeface="Arial"/>
                <a:cs typeface="Arial"/>
              </a:defRPr>
            </a:lvl9pPr>
          </a:lstStyle>
          <a:p xmlns:a="http://schemas.openxmlformats.org/drawingml/2006/main">
            <a:pPr algn="l">
              <a:buNone/>
              <a:defRPr sz="2400" b="1">
                <a:solidFill>
                  <a:srgbClr val="BC504C"/>
                </a:solidFill>
                <a:latin typeface="Arial"/>
                <a:ea typeface="Arial"/>
                <a:cs typeface="Arial"/>
              </a:defRPr>
            </a:pPr>
            <a:r>
              <a:rPr sz="2400" b="1">
                <a:solidFill>
                  <a:srgbClr val="BC504C"/>
                </a:solidFill>
                <a:latin typeface="Arial"/>
                <a:ea typeface="Arial"/>
                <a:cs typeface="Arial"/>
              </a:rPr>
              <a:t>0 / 55  ·  0%</a:t>
            </a:r>
          </a:p>
        </p:txBody>
      </p:sp>
      <p:sp>
        <p:nvSpPr>
          <p:cNvPr id="11" name="">
            <a:extLst xmlns:a="http://schemas.openxmlformats.org/drawingml/2006/main">
              <a:ext uri="{FF2B5EF4-FFF2-40B4-BE49-F238E27FC236}">
                <a16:creationId xmlns:a16="http://schemas.microsoft.com/office/drawing/2014/main" id="{32FD3A7F-881D-47F6-85B1-4F810BB0F27C}"/>
              </a:ext>
            </a:extLst>
          </p:cNvPr>
          <p:cNvSpPr>
            <a:spLocks xmlns:a="http://schemas.openxmlformats.org/drawingml/2006/main" noGrp="1"/>
          </p:cNvSpPr>
          <p:nvPr/>
        </p:nvSpPr>
        <p:spPr>
          <a:xfrm xmlns:a="http://schemas.openxmlformats.org/drawingml/2006/main">
            <a:off x="4429125" y="326707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087F8C"/>
                </a:solidFill>
                <a:latin typeface="Arial"/>
                <a:ea typeface="Arial"/>
                <a:cs typeface="Arial"/>
              </a:defRPr>
            </a:defPPr>
            <a:lvl1pPr algn="l">
              <a:buNone/>
              <a:defRPr sz="2400" b="1">
                <a:solidFill>
                  <a:srgbClr val="087F8C"/>
                </a:solidFill>
                <a:latin typeface="Arial"/>
                <a:ea typeface="Arial"/>
                <a:cs typeface="Arial"/>
              </a:defRPr>
            </a:lvl1pPr>
            <a:lvl2pPr algn="l">
              <a:buNone/>
              <a:defRPr sz="2400" b="1">
                <a:solidFill>
                  <a:srgbClr val="087F8C"/>
                </a:solidFill>
                <a:latin typeface="Arial"/>
                <a:ea typeface="Arial"/>
                <a:cs typeface="Arial"/>
              </a:defRPr>
            </a:lvl2pPr>
            <a:lvl3pPr algn="l">
              <a:buNone/>
              <a:defRPr sz="2400" b="1">
                <a:solidFill>
                  <a:srgbClr val="087F8C"/>
                </a:solidFill>
                <a:latin typeface="Arial"/>
                <a:ea typeface="Arial"/>
                <a:cs typeface="Arial"/>
              </a:defRPr>
            </a:lvl3pPr>
            <a:lvl4pPr algn="l">
              <a:buNone/>
              <a:defRPr sz="2400" b="1">
                <a:solidFill>
                  <a:srgbClr val="087F8C"/>
                </a:solidFill>
                <a:latin typeface="Arial"/>
                <a:ea typeface="Arial"/>
                <a:cs typeface="Arial"/>
              </a:defRPr>
            </a:lvl4pPr>
            <a:lvl5pPr algn="l">
              <a:buNone/>
              <a:defRPr sz="2400" b="1">
                <a:solidFill>
                  <a:srgbClr val="087F8C"/>
                </a:solidFill>
                <a:latin typeface="Arial"/>
                <a:ea typeface="Arial"/>
                <a:cs typeface="Arial"/>
              </a:defRPr>
            </a:lvl5pPr>
            <a:lvl6pPr algn="l">
              <a:buNone/>
              <a:defRPr sz="2400" b="1">
                <a:solidFill>
                  <a:srgbClr val="087F8C"/>
                </a:solidFill>
                <a:latin typeface="Arial"/>
                <a:ea typeface="Arial"/>
                <a:cs typeface="Arial"/>
              </a:defRPr>
            </a:lvl6pPr>
            <a:lvl7pPr algn="l">
              <a:buNone/>
              <a:defRPr sz="2400" b="1">
                <a:solidFill>
                  <a:srgbClr val="087F8C"/>
                </a:solidFill>
                <a:latin typeface="Arial"/>
                <a:ea typeface="Arial"/>
                <a:cs typeface="Arial"/>
              </a:defRPr>
            </a:lvl7pPr>
            <a:lvl8pPr algn="l">
              <a:buNone/>
              <a:defRPr sz="2400" b="1">
                <a:solidFill>
                  <a:srgbClr val="087F8C"/>
                </a:solidFill>
                <a:latin typeface="Arial"/>
                <a:ea typeface="Arial"/>
                <a:cs typeface="Arial"/>
              </a:defRPr>
            </a:lvl8pPr>
            <a:lvl9pPr algn="l">
              <a:buNone/>
              <a:defRPr sz="2400" b="1">
                <a:solidFill>
                  <a:srgbClr val="087F8C"/>
                </a:solidFill>
                <a:latin typeface="Arial"/>
                <a:ea typeface="Arial"/>
                <a:cs typeface="Arial"/>
              </a:defRPr>
            </a:lvl9pPr>
          </a:lstStyle>
          <a:p xmlns:a="http://schemas.openxmlformats.org/drawingml/2006/main">
            <a:pPr algn="l">
              <a:buNone/>
              <a:defRPr sz="2400" b="1">
                <a:solidFill>
                  <a:srgbClr val="087F8C"/>
                </a:solidFill>
                <a:latin typeface="Arial"/>
                <a:ea typeface="Arial"/>
                <a:cs typeface="Arial"/>
              </a:defRPr>
            </a:pPr>
            <a:r>
              <a:rPr sz="2400" b="1">
                <a:solidFill>
                  <a:srgbClr val="087F8C"/>
                </a:solidFill>
                <a:latin typeface="Arial"/>
                <a:ea typeface="Arial"/>
                <a:cs typeface="Arial"/>
              </a:rPr>
              <a:t>54 / 61  ·  88.5%</a:t>
            </a:r>
          </a:p>
        </p:txBody>
      </p:sp>
      <p:sp>
        <p:nvSpPr>
          <p:cNvPr id="12" name="">
            <a:extLst xmlns:a="http://schemas.openxmlformats.org/drawingml/2006/main">
              <a:ext uri="{FF2B5EF4-FFF2-40B4-BE49-F238E27FC236}">
                <a16:creationId xmlns:a16="http://schemas.microsoft.com/office/drawing/2014/main" id="{4EC410BA-6FEA-4166-8D49-CCBD36E36704}"/>
              </a:ext>
            </a:extLst>
          </p:cNvPr>
          <p:cNvSpPr>
            <a:spLocks xmlns:a="http://schemas.openxmlformats.org/drawingml/2006/main" noGrp="1"/>
          </p:cNvSpPr>
          <p:nvPr/>
        </p:nvSpPr>
        <p:spPr>
          <a:xfrm xmlns:a="http://schemas.openxmlformats.org/drawingml/2006/main">
            <a:off x="4429125" y="3886200"/>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a:solidFill>
                  <a:srgbClr val="536B7C"/>
                </a:solidFill>
                <a:latin typeface="Arial"/>
                <a:ea typeface="Arial"/>
                <a:cs typeface="Arial"/>
              </a:defRPr>
            </a:defPPr>
            <a:lvl1pPr algn="l">
              <a:buNone/>
              <a:defRPr sz="1200" b="0">
                <a:solidFill>
                  <a:srgbClr val="536B7C"/>
                </a:solidFill>
                <a:latin typeface="Arial"/>
                <a:ea typeface="Arial"/>
                <a:cs typeface="Arial"/>
              </a:defRPr>
            </a:lvl1pPr>
            <a:lvl2pPr algn="l">
              <a:buNone/>
              <a:defRPr sz="1200" b="0">
                <a:solidFill>
                  <a:srgbClr val="536B7C"/>
                </a:solidFill>
                <a:latin typeface="Arial"/>
                <a:ea typeface="Arial"/>
                <a:cs typeface="Arial"/>
              </a:defRPr>
            </a:lvl2pPr>
            <a:lvl3pPr algn="l">
              <a:buNone/>
              <a:defRPr sz="1200" b="0">
                <a:solidFill>
                  <a:srgbClr val="536B7C"/>
                </a:solidFill>
                <a:latin typeface="Arial"/>
                <a:ea typeface="Arial"/>
                <a:cs typeface="Arial"/>
              </a:defRPr>
            </a:lvl3pPr>
            <a:lvl4pPr algn="l">
              <a:buNone/>
              <a:defRPr sz="1200" b="0">
                <a:solidFill>
                  <a:srgbClr val="536B7C"/>
                </a:solidFill>
                <a:latin typeface="Arial"/>
                <a:ea typeface="Arial"/>
                <a:cs typeface="Arial"/>
              </a:defRPr>
            </a:lvl4pPr>
            <a:lvl5pPr algn="l">
              <a:buNone/>
              <a:defRPr sz="1200" b="0">
                <a:solidFill>
                  <a:srgbClr val="536B7C"/>
                </a:solidFill>
                <a:latin typeface="Arial"/>
                <a:ea typeface="Arial"/>
                <a:cs typeface="Arial"/>
              </a:defRPr>
            </a:lvl5pPr>
            <a:lvl6pPr algn="l">
              <a:buNone/>
              <a:defRPr sz="1200" b="0">
                <a:solidFill>
                  <a:srgbClr val="536B7C"/>
                </a:solidFill>
                <a:latin typeface="Arial"/>
                <a:ea typeface="Arial"/>
                <a:cs typeface="Arial"/>
              </a:defRPr>
            </a:lvl6pPr>
            <a:lvl7pPr algn="l">
              <a:buNone/>
              <a:defRPr sz="1200" b="0">
                <a:solidFill>
                  <a:srgbClr val="536B7C"/>
                </a:solidFill>
                <a:latin typeface="Arial"/>
                <a:ea typeface="Arial"/>
                <a:cs typeface="Arial"/>
              </a:defRPr>
            </a:lvl7pPr>
            <a:lvl8pPr algn="l">
              <a:buNone/>
              <a:defRPr sz="1200" b="0">
                <a:solidFill>
                  <a:srgbClr val="536B7C"/>
                </a:solidFill>
                <a:latin typeface="Arial"/>
                <a:ea typeface="Arial"/>
                <a:cs typeface="Arial"/>
              </a:defRPr>
            </a:lvl8pPr>
            <a:lvl9pPr algn="l">
              <a:buNone/>
              <a:defRPr sz="1200" b="0">
                <a:solidFill>
                  <a:srgbClr val="536B7C"/>
                </a:solidFill>
                <a:latin typeface="Arial"/>
                <a:ea typeface="Arial"/>
                <a:cs typeface="Arial"/>
              </a:defRPr>
            </a:lvl9pPr>
          </a:lstStyle>
          <a:p xmlns:a="http://schemas.openxmlformats.org/drawingml/2006/main">
            <a:pPr algn="l">
              <a:buNone/>
              <a:defRPr sz="1200" b="0">
                <a:solidFill>
                  <a:srgbClr val="536B7C"/>
                </a:solidFill>
                <a:latin typeface="Arial"/>
                <a:ea typeface="Arial"/>
                <a:cs typeface="Arial"/>
              </a:defRPr>
            </a:pPr>
            <a:r>
              <a:rPr sz="1200" b="0">
                <a:solidFill>
                  <a:srgbClr val="536B7C"/>
                </a:solidFill>
                <a:latin typeface="Arial"/>
                <a:ea typeface="Arial"/>
                <a:cs typeface="Arial"/>
              </a:rPr>
              <a:t>Old detected failures were unclassified</a:t>
            </a:r>
          </a:p>
        </p:txBody>
      </p:sp>
      <p:sp>
        <p:nvSpPr>
          <p:cNvPr id="13" name="">
            <a:extLst xmlns:a="http://schemas.openxmlformats.org/drawingml/2006/main">
              <a:ext uri="{FF2B5EF4-FFF2-40B4-BE49-F238E27FC236}">
                <a16:creationId xmlns:a16="http://schemas.microsoft.com/office/drawing/2014/main" id="{202127A4-2E53-42F7-97E9-1DC6CD58C032}"/>
              </a:ext>
            </a:extLst>
          </p:cNvPr>
          <p:cNvSpPr>
            <a:spLocks xmlns:a="http://schemas.openxmlformats.org/drawingml/2006/main" noGrp="1"/>
          </p:cNvSpPr>
          <p:nvPr/>
        </p:nvSpPr>
        <p:spPr>
          <a:xfrm xmlns:a="http://schemas.openxmlformats.org/drawingml/2006/main">
            <a:off x="8191500" y="2143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FALSE POSITIVES</a:t>
            </a:r>
          </a:p>
        </p:txBody>
      </p:sp>
      <p:sp>
        <p:nvSpPr>
          <p:cNvPr id="14" name="">
            <a:extLst xmlns:a="http://schemas.openxmlformats.org/drawingml/2006/main">
              <a:ext uri="{FF2B5EF4-FFF2-40B4-BE49-F238E27FC236}">
                <a16:creationId xmlns:a16="http://schemas.microsoft.com/office/drawing/2014/main" id="{74377A8D-CE82-4C89-8521-C0FE77E2F2E5}"/>
              </a:ext>
            </a:extLst>
          </p:cNvPr>
          <p:cNvSpPr>
            <a:spLocks xmlns:a="http://schemas.openxmlformats.org/drawingml/2006/main" noGrp="1"/>
          </p:cNvSpPr>
          <p:nvPr/>
        </p:nvSpPr>
        <p:spPr>
          <a:xfrm xmlns:a="http://schemas.openxmlformats.org/drawingml/2006/main">
            <a:off x="8191500" y="267652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BC504C"/>
                </a:solidFill>
                <a:latin typeface="Arial"/>
                <a:ea typeface="Arial"/>
                <a:cs typeface="Arial"/>
              </a:defRPr>
            </a:defPPr>
            <a:lvl1pPr algn="l">
              <a:buNone/>
              <a:defRPr sz="2400" b="1">
                <a:solidFill>
                  <a:srgbClr val="BC504C"/>
                </a:solidFill>
                <a:latin typeface="Arial"/>
                <a:ea typeface="Arial"/>
                <a:cs typeface="Arial"/>
              </a:defRPr>
            </a:lvl1pPr>
            <a:lvl2pPr algn="l">
              <a:buNone/>
              <a:defRPr sz="2400" b="1">
                <a:solidFill>
                  <a:srgbClr val="BC504C"/>
                </a:solidFill>
                <a:latin typeface="Arial"/>
                <a:ea typeface="Arial"/>
                <a:cs typeface="Arial"/>
              </a:defRPr>
            </a:lvl2pPr>
            <a:lvl3pPr algn="l">
              <a:buNone/>
              <a:defRPr sz="2400" b="1">
                <a:solidFill>
                  <a:srgbClr val="BC504C"/>
                </a:solidFill>
                <a:latin typeface="Arial"/>
                <a:ea typeface="Arial"/>
                <a:cs typeface="Arial"/>
              </a:defRPr>
            </a:lvl3pPr>
            <a:lvl4pPr algn="l">
              <a:buNone/>
              <a:defRPr sz="2400" b="1">
                <a:solidFill>
                  <a:srgbClr val="BC504C"/>
                </a:solidFill>
                <a:latin typeface="Arial"/>
                <a:ea typeface="Arial"/>
                <a:cs typeface="Arial"/>
              </a:defRPr>
            </a:lvl4pPr>
            <a:lvl5pPr algn="l">
              <a:buNone/>
              <a:defRPr sz="2400" b="1">
                <a:solidFill>
                  <a:srgbClr val="BC504C"/>
                </a:solidFill>
                <a:latin typeface="Arial"/>
                <a:ea typeface="Arial"/>
                <a:cs typeface="Arial"/>
              </a:defRPr>
            </a:lvl5pPr>
            <a:lvl6pPr algn="l">
              <a:buNone/>
              <a:defRPr sz="2400" b="1">
                <a:solidFill>
                  <a:srgbClr val="BC504C"/>
                </a:solidFill>
                <a:latin typeface="Arial"/>
                <a:ea typeface="Arial"/>
                <a:cs typeface="Arial"/>
              </a:defRPr>
            </a:lvl6pPr>
            <a:lvl7pPr algn="l">
              <a:buNone/>
              <a:defRPr sz="2400" b="1">
                <a:solidFill>
                  <a:srgbClr val="BC504C"/>
                </a:solidFill>
                <a:latin typeface="Arial"/>
                <a:ea typeface="Arial"/>
                <a:cs typeface="Arial"/>
              </a:defRPr>
            </a:lvl7pPr>
            <a:lvl8pPr algn="l">
              <a:buNone/>
              <a:defRPr sz="2400" b="1">
                <a:solidFill>
                  <a:srgbClr val="BC504C"/>
                </a:solidFill>
                <a:latin typeface="Arial"/>
                <a:ea typeface="Arial"/>
                <a:cs typeface="Arial"/>
              </a:defRPr>
            </a:lvl8pPr>
            <a:lvl9pPr algn="l">
              <a:buNone/>
              <a:defRPr sz="2400" b="1">
                <a:solidFill>
                  <a:srgbClr val="BC504C"/>
                </a:solidFill>
                <a:latin typeface="Arial"/>
                <a:ea typeface="Arial"/>
                <a:cs typeface="Arial"/>
              </a:defRPr>
            </a:lvl9pPr>
          </a:lstStyle>
          <a:p xmlns:a="http://schemas.openxmlformats.org/drawingml/2006/main">
            <a:pPr algn="l">
              <a:buNone/>
              <a:defRPr sz="2400" b="1">
                <a:solidFill>
                  <a:srgbClr val="BC504C"/>
                </a:solidFill>
                <a:latin typeface="Arial"/>
                <a:ea typeface="Arial"/>
                <a:cs typeface="Arial"/>
              </a:defRPr>
            </a:pPr>
            <a:r>
              <a:rPr sz="2400" b="1">
                <a:solidFill>
                  <a:srgbClr val="BC504C"/>
                </a:solidFill>
                <a:latin typeface="Arial"/>
                <a:ea typeface="Arial"/>
                <a:cs typeface="Arial"/>
              </a:rPr>
              <a:t>18 / 50  ·  36.0%</a:t>
            </a:r>
          </a:p>
        </p:txBody>
      </p:sp>
      <p:sp>
        <p:nvSpPr>
          <p:cNvPr id="15" name="">
            <a:extLst xmlns:a="http://schemas.openxmlformats.org/drawingml/2006/main">
              <a:ext uri="{FF2B5EF4-FFF2-40B4-BE49-F238E27FC236}">
                <a16:creationId xmlns:a16="http://schemas.microsoft.com/office/drawing/2014/main" id="{C1861AD0-F6C7-4DE4-840F-F3CFC7BD0CBD}"/>
              </a:ext>
            </a:extLst>
          </p:cNvPr>
          <p:cNvSpPr>
            <a:spLocks xmlns:a="http://schemas.openxmlformats.org/drawingml/2006/main" noGrp="1"/>
          </p:cNvSpPr>
          <p:nvPr/>
        </p:nvSpPr>
        <p:spPr>
          <a:xfrm xmlns:a="http://schemas.openxmlformats.org/drawingml/2006/main">
            <a:off x="8191500" y="3267075"/>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400" b="1">
                <a:solidFill>
                  <a:srgbClr val="087F8C"/>
                </a:solidFill>
                <a:latin typeface="Arial"/>
                <a:ea typeface="Arial"/>
                <a:cs typeface="Arial"/>
              </a:defRPr>
            </a:defPPr>
            <a:lvl1pPr algn="l">
              <a:buNone/>
              <a:defRPr sz="2400" b="1">
                <a:solidFill>
                  <a:srgbClr val="087F8C"/>
                </a:solidFill>
                <a:latin typeface="Arial"/>
                <a:ea typeface="Arial"/>
                <a:cs typeface="Arial"/>
              </a:defRPr>
            </a:lvl1pPr>
            <a:lvl2pPr algn="l">
              <a:buNone/>
              <a:defRPr sz="2400" b="1">
                <a:solidFill>
                  <a:srgbClr val="087F8C"/>
                </a:solidFill>
                <a:latin typeface="Arial"/>
                <a:ea typeface="Arial"/>
                <a:cs typeface="Arial"/>
              </a:defRPr>
            </a:lvl2pPr>
            <a:lvl3pPr algn="l">
              <a:buNone/>
              <a:defRPr sz="2400" b="1">
                <a:solidFill>
                  <a:srgbClr val="087F8C"/>
                </a:solidFill>
                <a:latin typeface="Arial"/>
                <a:ea typeface="Arial"/>
                <a:cs typeface="Arial"/>
              </a:defRPr>
            </a:lvl3pPr>
            <a:lvl4pPr algn="l">
              <a:buNone/>
              <a:defRPr sz="2400" b="1">
                <a:solidFill>
                  <a:srgbClr val="087F8C"/>
                </a:solidFill>
                <a:latin typeface="Arial"/>
                <a:ea typeface="Arial"/>
                <a:cs typeface="Arial"/>
              </a:defRPr>
            </a:lvl4pPr>
            <a:lvl5pPr algn="l">
              <a:buNone/>
              <a:defRPr sz="2400" b="1">
                <a:solidFill>
                  <a:srgbClr val="087F8C"/>
                </a:solidFill>
                <a:latin typeface="Arial"/>
                <a:ea typeface="Arial"/>
                <a:cs typeface="Arial"/>
              </a:defRPr>
            </a:lvl5pPr>
            <a:lvl6pPr algn="l">
              <a:buNone/>
              <a:defRPr sz="2400" b="1">
                <a:solidFill>
                  <a:srgbClr val="087F8C"/>
                </a:solidFill>
                <a:latin typeface="Arial"/>
                <a:ea typeface="Arial"/>
                <a:cs typeface="Arial"/>
              </a:defRPr>
            </a:lvl6pPr>
            <a:lvl7pPr algn="l">
              <a:buNone/>
              <a:defRPr sz="2400" b="1">
                <a:solidFill>
                  <a:srgbClr val="087F8C"/>
                </a:solidFill>
                <a:latin typeface="Arial"/>
                <a:ea typeface="Arial"/>
                <a:cs typeface="Arial"/>
              </a:defRPr>
            </a:lvl7pPr>
            <a:lvl8pPr algn="l">
              <a:buNone/>
              <a:defRPr sz="2400" b="1">
                <a:solidFill>
                  <a:srgbClr val="087F8C"/>
                </a:solidFill>
                <a:latin typeface="Arial"/>
                <a:ea typeface="Arial"/>
                <a:cs typeface="Arial"/>
              </a:defRPr>
            </a:lvl8pPr>
            <a:lvl9pPr algn="l">
              <a:buNone/>
              <a:defRPr sz="2400" b="1">
                <a:solidFill>
                  <a:srgbClr val="087F8C"/>
                </a:solidFill>
                <a:latin typeface="Arial"/>
                <a:ea typeface="Arial"/>
                <a:cs typeface="Arial"/>
              </a:defRPr>
            </a:lvl9pPr>
          </a:lstStyle>
          <a:p xmlns:a="http://schemas.openxmlformats.org/drawingml/2006/main">
            <a:pPr algn="l">
              <a:buNone/>
              <a:defRPr sz="2400" b="1">
                <a:solidFill>
                  <a:srgbClr val="087F8C"/>
                </a:solidFill>
                <a:latin typeface="Arial"/>
                <a:ea typeface="Arial"/>
                <a:cs typeface="Arial"/>
              </a:defRPr>
            </a:pPr>
            <a:r>
              <a:rPr sz="2400" b="1">
                <a:solidFill>
                  <a:srgbClr val="087F8C"/>
                </a:solidFill>
                <a:latin typeface="Arial"/>
                <a:ea typeface="Arial"/>
                <a:cs typeface="Arial"/>
              </a:rPr>
              <a:t>0 / 50  ·  0%</a:t>
            </a:r>
          </a:p>
        </p:txBody>
      </p:sp>
      <p:sp>
        <p:nvSpPr>
          <p:cNvPr id="16" name="">
            <a:extLst xmlns:a="http://schemas.openxmlformats.org/drawingml/2006/main">
              <a:ext uri="{FF2B5EF4-FFF2-40B4-BE49-F238E27FC236}">
                <a16:creationId xmlns:a16="http://schemas.microsoft.com/office/drawing/2014/main" id="{EFC13DAB-35B6-4734-AAEF-34AF32B3C85E}"/>
              </a:ext>
            </a:extLst>
          </p:cNvPr>
          <p:cNvSpPr>
            <a:spLocks xmlns:a="http://schemas.openxmlformats.org/drawingml/2006/main" noGrp="1"/>
          </p:cNvSpPr>
          <p:nvPr/>
        </p:nvSpPr>
        <p:spPr>
          <a:xfrm xmlns:a="http://schemas.openxmlformats.org/drawingml/2006/main">
            <a:off x="8191500" y="3886200"/>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a:solidFill>
                  <a:srgbClr val="536B7C"/>
                </a:solidFill>
                <a:latin typeface="Arial"/>
                <a:ea typeface="Arial"/>
                <a:cs typeface="Arial"/>
              </a:defRPr>
            </a:defPPr>
            <a:lvl1pPr algn="l">
              <a:buNone/>
              <a:defRPr sz="1200" b="0">
                <a:solidFill>
                  <a:srgbClr val="536B7C"/>
                </a:solidFill>
                <a:latin typeface="Arial"/>
                <a:ea typeface="Arial"/>
                <a:cs typeface="Arial"/>
              </a:defRPr>
            </a:lvl1pPr>
            <a:lvl2pPr algn="l">
              <a:buNone/>
              <a:defRPr sz="1200" b="0">
                <a:solidFill>
                  <a:srgbClr val="536B7C"/>
                </a:solidFill>
                <a:latin typeface="Arial"/>
                <a:ea typeface="Arial"/>
                <a:cs typeface="Arial"/>
              </a:defRPr>
            </a:lvl2pPr>
            <a:lvl3pPr algn="l">
              <a:buNone/>
              <a:defRPr sz="1200" b="0">
                <a:solidFill>
                  <a:srgbClr val="536B7C"/>
                </a:solidFill>
                <a:latin typeface="Arial"/>
                <a:ea typeface="Arial"/>
                <a:cs typeface="Arial"/>
              </a:defRPr>
            </a:lvl3pPr>
            <a:lvl4pPr algn="l">
              <a:buNone/>
              <a:defRPr sz="1200" b="0">
                <a:solidFill>
                  <a:srgbClr val="536B7C"/>
                </a:solidFill>
                <a:latin typeface="Arial"/>
                <a:ea typeface="Arial"/>
                <a:cs typeface="Arial"/>
              </a:defRPr>
            </a:lvl4pPr>
            <a:lvl5pPr algn="l">
              <a:buNone/>
              <a:defRPr sz="1200" b="0">
                <a:solidFill>
                  <a:srgbClr val="536B7C"/>
                </a:solidFill>
                <a:latin typeface="Arial"/>
                <a:ea typeface="Arial"/>
                <a:cs typeface="Arial"/>
              </a:defRPr>
            </a:lvl5pPr>
            <a:lvl6pPr algn="l">
              <a:buNone/>
              <a:defRPr sz="1200" b="0">
                <a:solidFill>
                  <a:srgbClr val="536B7C"/>
                </a:solidFill>
                <a:latin typeface="Arial"/>
                <a:ea typeface="Arial"/>
                <a:cs typeface="Arial"/>
              </a:defRPr>
            </a:lvl6pPr>
            <a:lvl7pPr algn="l">
              <a:buNone/>
              <a:defRPr sz="1200" b="0">
                <a:solidFill>
                  <a:srgbClr val="536B7C"/>
                </a:solidFill>
                <a:latin typeface="Arial"/>
                <a:ea typeface="Arial"/>
                <a:cs typeface="Arial"/>
              </a:defRPr>
            </a:lvl7pPr>
            <a:lvl8pPr algn="l">
              <a:buNone/>
              <a:defRPr sz="1200" b="0">
                <a:solidFill>
                  <a:srgbClr val="536B7C"/>
                </a:solidFill>
                <a:latin typeface="Arial"/>
                <a:ea typeface="Arial"/>
                <a:cs typeface="Arial"/>
              </a:defRPr>
            </a:lvl8pPr>
            <a:lvl9pPr algn="l">
              <a:buNone/>
              <a:defRPr sz="1200" b="0">
                <a:solidFill>
                  <a:srgbClr val="536B7C"/>
                </a:solidFill>
                <a:latin typeface="Arial"/>
                <a:ea typeface="Arial"/>
                <a:cs typeface="Arial"/>
              </a:defRPr>
            </a:lvl9pPr>
          </a:lstStyle>
          <a:p xmlns:a="http://schemas.openxmlformats.org/drawingml/2006/main">
            <a:pPr algn="l">
              <a:buNone/>
              <a:defRPr sz="1200" b="0">
                <a:solidFill>
                  <a:srgbClr val="536B7C"/>
                </a:solidFill>
                <a:latin typeface="Arial"/>
                <a:ea typeface="Arial"/>
                <a:cs typeface="Arial"/>
              </a:defRPr>
            </a:pPr>
            <a:r>
              <a:rPr sz="1200" b="0">
                <a:solidFill>
                  <a:srgbClr val="536B7C"/>
                </a:solidFill>
                <a:latin typeface="Arial"/>
                <a:ea typeface="Arial"/>
                <a:cs typeface="Arial"/>
              </a:rPr>
              <a:t>Zero observed in this selected sample</a:t>
            </a:r>
          </a:p>
        </p:txBody>
      </p:sp>
      <p:sp>
        <p:nvSpPr>
          <p:cNvPr id="17" name="">
            <a:extLst xmlns:a="http://schemas.openxmlformats.org/drawingml/2006/main">
              <a:ext uri="{FF2B5EF4-FFF2-40B4-BE49-F238E27FC236}">
                <a16:creationId xmlns:a16="http://schemas.microsoft.com/office/drawing/2014/main" id="{057FB00C-3123-415D-8658-BB9452B2B6E6}"/>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CF082B-E9BA-4593-9EC7-06F253AF0436}"/>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120 answers · 30 synthetic histories · 2 reviewer disagreements excluded from the main comparison.</a:t>
            </a:r>
          </a:p>
        </p:txBody>
      </p:sp>
    </p:spTree>
    <p:extLst>
      <p:ext uri="{BB962C8B-B14F-4D97-AF65-F5344CB8AC3E}">
        <p14:creationId xmlns:p14="http://schemas.microsoft.com/office/powerpoint/2010/main" val="632908097"/>
      </p:ext>
    </p:extLst>
  </p:cSld>
</p:sld>
</file>

<file path=ppt/slides/slide10.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7351116-9906-4998-98DC-170F06EBB12B}"/>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CB57F7-48CB-4DF2-A1AC-25C5EE7A00B6}"/>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10</a:t>
            </a:r>
          </a:p>
        </p:txBody>
      </p:sp>
      <p:sp>
        <p:nvSpPr>
          <p:cNvPr id="3" name="">
            <a:extLst xmlns:a="http://schemas.openxmlformats.org/drawingml/2006/main">
              <a:ext uri="{FF2B5EF4-FFF2-40B4-BE49-F238E27FC236}">
                <a16:creationId xmlns:a16="http://schemas.microsoft.com/office/drawing/2014/main" id="{E090A78E-EF76-4D8D-AB25-D97EA23E750F}"/>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AC1: relation matching improved, fact matching fell</a:t>
            </a:r>
          </a:p>
        </p:txBody>
      </p:sp>
      <p:sp>
        <p:nvSpPr>
          <p:cNvPr id="4" name="">
            <a:extLst xmlns:a="http://schemas.openxmlformats.org/drawingml/2006/main">
              <a:ext uri="{FF2B5EF4-FFF2-40B4-BE49-F238E27FC236}">
                <a16:creationId xmlns:a16="http://schemas.microsoft.com/office/drawing/2014/main" id="{2610D9F7-F06C-43C1-8690-5833093542A2}"/>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Paired comparison on the 27 histories completed in both runs.</a:t>
            </a:r>
          </a:p>
        </p:txBody>
      </p:sp>
      <p:sp>
        <p:nvSpPr>
          <p:cNvPr id="5" name="">
            <a:extLst xmlns:a="http://schemas.openxmlformats.org/drawingml/2006/main">
              <a:ext uri="{FF2B5EF4-FFF2-40B4-BE49-F238E27FC236}">
                <a16:creationId xmlns:a16="http://schemas.microsoft.com/office/drawing/2014/main" id="{47FA8739-E3AE-4154-9EDD-A215AAB7F41A}"/>
              </a:ext>
            </a:extLst>
          </p:cNvPr>
          <p:cNvSpPr>
            <a:spLocks xmlns:a="http://schemas.openxmlformats.org/drawingml/2006/main" noGrp="1"/>
          </p:cNvSpPr>
          <p:nvPr/>
        </p:nvSpPr>
        <p:spPr>
          <a:xfrm xmlns:a="http://schemas.openxmlformats.org/drawingml/2006/main">
            <a:off x="704850" y="21907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REFERENCE RELATIONSHIP IDs</a:t>
            </a:r>
          </a:p>
        </p:txBody>
      </p:sp>
      <p:sp>
        <p:nvSpPr>
          <p:cNvPr id="6" name="">
            <a:extLst xmlns:a="http://schemas.openxmlformats.org/drawingml/2006/main">
              <a:ext uri="{FF2B5EF4-FFF2-40B4-BE49-F238E27FC236}">
                <a16:creationId xmlns:a16="http://schemas.microsoft.com/office/drawing/2014/main" id="{0E0C420E-86E8-4C37-94D0-1C47E6F0150F}"/>
              </a:ext>
            </a:extLst>
          </p:cNvPr>
          <p:cNvSpPr>
            <a:spLocks xmlns:a="http://schemas.openxmlformats.org/drawingml/2006/main" noGrp="1"/>
          </p:cNvSpPr>
          <p:nvPr/>
        </p:nvSpPr>
        <p:spPr>
          <a:xfrm xmlns:a="http://schemas.openxmlformats.org/drawingml/2006/main">
            <a:off x="704850" y="2733675"/>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087F8C"/>
                </a:solidFill>
                <a:latin typeface="Arial"/>
                <a:ea typeface="Arial"/>
                <a:cs typeface="Arial"/>
              </a:defRPr>
            </a:defPPr>
            <a:lvl1pPr algn="l">
              <a:buNone/>
              <a:defRPr sz="2550" b="1">
                <a:solidFill>
                  <a:srgbClr val="087F8C"/>
                </a:solidFill>
                <a:latin typeface="Arial"/>
                <a:ea typeface="Arial"/>
                <a:cs typeface="Arial"/>
              </a:defRPr>
            </a:lvl1pPr>
            <a:lvl2pPr algn="l">
              <a:buNone/>
              <a:defRPr sz="2550" b="1">
                <a:solidFill>
                  <a:srgbClr val="087F8C"/>
                </a:solidFill>
                <a:latin typeface="Arial"/>
                <a:ea typeface="Arial"/>
                <a:cs typeface="Arial"/>
              </a:defRPr>
            </a:lvl2pPr>
            <a:lvl3pPr algn="l">
              <a:buNone/>
              <a:defRPr sz="2550" b="1">
                <a:solidFill>
                  <a:srgbClr val="087F8C"/>
                </a:solidFill>
                <a:latin typeface="Arial"/>
                <a:ea typeface="Arial"/>
                <a:cs typeface="Arial"/>
              </a:defRPr>
            </a:lvl3pPr>
            <a:lvl4pPr algn="l">
              <a:buNone/>
              <a:defRPr sz="2550" b="1">
                <a:solidFill>
                  <a:srgbClr val="087F8C"/>
                </a:solidFill>
                <a:latin typeface="Arial"/>
                <a:ea typeface="Arial"/>
                <a:cs typeface="Arial"/>
              </a:defRPr>
            </a:lvl4pPr>
            <a:lvl5pPr algn="l">
              <a:buNone/>
              <a:defRPr sz="2550" b="1">
                <a:solidFill>
                  <a:srgbClr val="087F8C"/>
                </a:solidFill>
                <a:latin typeface="Arial"/>
                <a:ea typeface="Arial"/>
                <a:cs typeface="Arial"/>
              </a:defRPr>
            </a:lvl5pPr>
            <a:lvl6pPr algn="l">
              <a:buNone/>
              <a:defRPr sz="2550" b="1">
                <a:solidFill>
                  <a:srgbClr val="087F8C"/>
                </a:solidFill>
                <a:latin typeface="Arial"/>
                <a:ea typeface="Arial"/>
                <a:cs typeface="Arial"/>
              </a:defRPr>
            </a:lvl6pPr>
            <a:lvl7pPr algn="l">
              <a:buNone/>
              <a:defRPr sz="2550" b="1">
                <a:solidFill>
                  <a:srgbClr val="087F8C"/>
                </a:solidFill>
                <a:latin typeface="Arial"/>
                <a:ea typeface="Arial"/>
                <a:cs typeface="Arial"/>
              </a:defRPr>
            </a:lvl7pPr>
            <a:lvl8pPr algn="l">
              <a:buNone/>
              <a:defRPr sz="2550" b="1">
                <a:solidFill>
                  <a:srgbClr val="087F8C"/>
                </a:solidFill>
                <a:latin typeface="Arial"/>
                <a:ea typeface="Arial"/>
                <a:cs typeface="Arial"/>
              </a:defRPr>
            </a:lvl8pPr>
            <a:lvl9pPr algn="l">
              <a:buNone/>
              <a:defRPr sz="2550" b="1">
                <a:solidFill>
                  <a:srgbClr val="087F8C"/>
                </a:solidFill>
                <a:latin typeface="Arial"/>
                <a:ea typeface="Arial"/>
                <a:cs typeface="Arial"/>
              </a:defRPr>
            </a:lvl9pPr>
          </a:lstStyle>
          <a:p xmlns:a="http://schemas.openxmlformats.org/drawingml/2006/main">
            <a:pPr algn="l">
              <a:buNone/>
              <a:defRPr sz="2550" b="1">
                <a:solidFill>
                  <a:srgbClr val="087F8C"/>
                </a:solidFill>
                <a:latin typeface="Arial"/>
                <a:ea typeface="Arial"/>
                <a:cs typeface="Arial"/>
              </a:defRPr>
            </a:pPr>
            <a:r>
              <a:rPr sz="2550" b="1">
                <a:solidFill>
                  <a:srgbClr val="087F8C"/>
                </a:solidFill>
                <a:latin typeface="Arial"/>
                <a:ea typeface="Arial"/>
                <a:cs typeface="Arial"/>
              </a:rPr>
              <a:t>58 / 80   to   79 / 80</a:t>
            </a:r>
          </a:p>
        </p:txBody>
      </p:sp>
      <p:sp>
        <p:nvSpPr>
          <p:cNvPr id="7" name="">
            <a:extLst xmlns:a="http://schemas.openxmlformats.org/drawingml/2006/main">
              <a:ext uri="{FF2B5EF4-FFF2-40B4-BE49-F238E27FC236}">
                <a16:creationId xmlns:a16="http://schemas.microsoft.com/office/drawing/2014/main" id="{E13C7DC9-F3F0-4DB6-A494-EF427418B081}"/>
              </a:ext>
            </a:extLst>
          </p:cNvPr>
          <p:cNvSpPr>
            <a:spLocks xmlns:a="http://schemas.openxmlformats.org/drawingml/2006/main" noGrp="1"/>
          </p:cNvSpPr>
          <p:nvPr/>
        </p:nvSpPr>
        <p:spPr>
          <a:xfrm xmlns:a="http://schemas.openxmlformats.org/drawingml/2006/main">
            <a:off x="704850" y="336232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a:solidFill>
                  <a:srgbClr val="152B3C"/>
                </a:solidFill>
                <a:latin typeface="Arial"/>
                <a:ea typeface="Arial"/>
                <a:cs typeface="Arial"/>
              </a:defRPr>
            </a:defPPr>
            <a:lvl1pPr algn="l">
              <a:buNone/>
              <a:defRPr sz="1575" b="0">
                <a:solidFill>
                  <a:srgbClr val="152B3C"/>
                </a:solidFill>
                <a:latin typeface="Arial"/>
                <a:ea typeface="Arial"/>
                <a:cs typeface="Arial"/>
              </a:defRPr>
            </a:lvl1pPr>
            <a:lvl2pPr algn="l">
              <a:buNone/>
              <a:defRPr sz="1575" b="0">
                <a:solidFill>
                  <a:srgbClr val="152B3C"/>
                </a:solidFill>
                <a:latin typeface="Arial"/>
                <a:ea typeface="Arial"/>
                <a:cs typeface="Arial"/>
              </a:defRPr>
            </a:lvl2pPr>
            <a:lvl3pPr algn="l">
              <a:buNone/>
              <a:defRPr sz="1575" b="0">
                <a:solidFill>
                  <a:srgbClr val="152B3C"/>
                </a:solidFill>
                <a:latin typeface="Arial"/>
                <a:ea typeface="Arial"/>
                <a:cs typeface="Arial"/>
              </a:defRPr>
            </a:lvl3pPr>
            <a:lvl4pPr algn="l">
              <a:buNone/>
              <a:defRPr sz="1575" b="0">
                <a:solidFill>
                  <a:srgbClr val="152B3C"/>
                </a:solidFill>
                <a:latin typeface="Arial"/>
                <a:ea typeface="Arial"/>
                <a:cs typeface="Arial"/>
              </a:defRPr>
            </a:lvl4pPr>
            <a:lvl5pPr algn="l">
              <a:buNone/>
              <a:defRPr sz="1575" b="0">
                <a:solidFill>
                  <a:srgbClr val="152B3C"/>
                </a:solidFill>
                <a:latin typeface="Arial"/>
                <a:ea typeface="Arial"/>
                <a:cs typeface="Arial"/>
              </a:defRPr>
            </a:lvl5pPr>
            <a:lvl6pPr algn="l">
              <a:buNone/>
              <a:defRPr sz="1575" b="0">
                <a:solidFill>
                  <a:srgbClr val="152B3C"/>
                </a:solidFill>
                <a:latin typeface="Arial"/>
                <a:ea typeface="Arial"/>
                <a:cs typeface="Arial"/>
              </a:defRPr>
            </a:lvl6pPr>
            <a:lvl7pPr algn="l">
              <a:buNone/>
              <a:defRPr sz="1575" b="0">
                <a:solidFill>
                  <a:srgbClr val="152B3C"/>
                </a:solidFill>
                <a:latin typeface="Arial"/>
                <a:ea typeface="Arial"/>
                <a:cs typeface="Arial"/>
              </a:defRPr>
            </a:lvl7pPr>
            <a:lvl8pPr algn="l">
              <a:buNone/>
              <a:defRPr sz="1575" b="0">
                <a:solidFill>
                  <a:srgbClr val="152B3C"/>
                </a:solidFill>
                <a:latin typeface="Arial"/>
                <a:ea typeface="Arial"/>
                <a:cs typeface="Arial"/>
              </a:defRPr>
            </a:lvl8pPr>
            <a:lvl9pPr algn="l">
              <a:buNone/>
              <a:defRPr sz="1575" b="0">
                <a:solidFill>
                  <a:srgbClr val="152B3C"/>
                </a:solidFill>
                <a:latin typeface="Arial"/>
                <a:ea typeface="Arial"/>
                <a:cs typeface="Arial"/>
              </a:defRPr>
            </a:lvl9pPr>
          </a:lstStyle>
          <a:p xmlns:a="http://schemas.openxmlformats.org/drawingml/2006/main">
            <a:pPr algn="l">
              <a:buNone/>
              <a:defRPr sz="1575" b="0">
                <a:solidFill>
                  <a:srgbClr val="152B3C"/>
                </a:solidFill>
                <a:latin typeface="Arial"/>
                <a:ea typeface="Arial"/>
                <a:cs typeface="Arial"/>
              </a:defRPr>
            </a:pPr>
            <a:r>
              <a:rPr sz="1575" b="0">
                <a:solidFill>
                  <a:srgbClr val="152B3C"/>
                </a:solidFill>
                <a:latin typeface="Arial"/>
                <a:ea typeface="Arial"/>
                <a:cs typeface="Arial"/>
              </a:rPr>
              <a:t>72.5% to 98.8%</a:t>
            </a:r>
          </a:p>
        </p:txBody>
      </p:sp>
      <p:sp>
        <p:nvSpPr>
          <p:cNvPr id="8" name="">
            <a:extLst xmlns:a="http://schemas.openxmlformats.org/drawingml/2006/main">
              <a:ext uri="{FF2B5EF4-FFF2-40B4-BE49-F238E27FC236}">
                <a16:creationId xmlns:a16="http://schemas.microsoft.com/office/drawing/2014/main" id="{52F24F7E-6F95-4E99-A386-0CDF70D0EFDC}"/>
              </a:ext>
            </a:extLst>
          </p:cNvPr>
          <p:cNvSpPr>
            <a:spLocks xmlns:a="http://schemas.openxmlformats.org/drawingml/2006/main" noGrp="1"/>
          </p:cNvSpPr>
          <p:nvPr/>
        </p:nvSpPr>
        <p:spPr>
          <a:xfrm xmlns:a="http://schemas.openxmlformats.org/drawingml/2006/main">
            <a:off x="6477000" y="21907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536B7C"/>
                </a:solidFill>
                <a:latin typeface="Arial"/>
                <a:ea typeface="Arial"/>
                <a:cs typeface="Arial"/>
              </a:defRPr>
            </a:defPPr>
            <a:lvl1pPr algn="l">
              <a:buNone/>
              <a:defRPr sz="1500" b="1">
                <a:solidFill>
                  <a:srgbClr val="536B7C"/>
                </a:solidFill>
                <a:latin typeface="Arial"/>
                <a:ea typeface="Arial"/>
                <a:cs typeface="Arial"/>
              </a:defRPr>
            </a:lvl1pPr>
            <a:lvl2pPr algn="l">
              <a:buNone/>
              <a:defRPr sz="1500" b="1">
                <a:solidFill>
                  <a:srgbClr val="536B7C"/>
                </a:solidFill>
                <a:latin typeface="Arial"/>
                <a:ea typeface="Arial"/>
                <a:cs typeface="Arial"/>
              </a:defRPr>
            </a:lvl2pPr>
            <a:lvl3pPr algn="l">
              <a:buNone/>
              <a:defRPr sz="1500" b="1">
                <a:solidFill>
                  <a:srgbClr val="536B7C"/>
                </a:solidFill>
                <a:latin typeface="Arial"/>
                <a:ea typeface="Arial"/>
                <a:cs typeface="Arial"/>
              </a:defRPr>
            </a:lvl3pPr>
            <a:lvl4pPr algn="l">
              <a:buNone/>
              <a:defRPr sz="1500" b="1">
                <a:solidFill>
                  <a:srgbClr val="536B7C"/>
                </a:solidFill>
                <a:latin typeface="Arial"/>
                <a:ea typeface="Arial"/>
                <a:cs typeface="Arial"/>
              </a:defRPr>
            </a:lvl4pPr>
            <a:lvl5pPr algn="l">
              <a:buNone/>
              <a:defRPr sz="1500" b="1">
                <a:solidFill>
                  <a:srgbClr val="536B7C"/>
                </a:solidFill>
                <a:latin typeface="Arial"/>
                <a:ea typeface="Arial"/>
                <a:cs typeface="Arial"/>
              </a:defRPr>
            </a:lvl5pPr>
            <a:lvl6pPr algn="l">
              <a:buNone/>
              <a:defRPr sz="1500" b="1">
                <a:solidFill>
                  <a:srgbClr val="536B7C"/>
                </a:solidFill>
                <a:latin typeface="Arial"/>
                <a:ea typeface="Arial"/>
                <a:cs typeface="Arial"/>
              </a:defRPr>
            </a:lvl6pPr>
            <a:lvl7pPr algn="l">
              <a:buNone/>
              <a:defRPr sz="1500" b="1">
                <a:solidFill>
                  <a:srgbClr val="536B7C"/>
                </a:solidFill>
                <a:latin typeface="Arial"/>
                <a:ea typeface="Arial"/>
                <a:cs typeface="Arial"/>
              </a:defRPr>
            </a:lvl7pPr>
            <a:lvl8pPr algn="l">
              <a:buNone/>
              <a:defRPr sz="1500" b="1">
                <a:solidFill>
                  <a:srgbClr val="536B7C"/>
                </a:solidFill>
                <a:latin typeface="Arial"/>
                <a:ea typeface="Arial"/>
                <a:cs typeface="Arial"/>
              </a:defRPr>
            </a:lvl8pPr>
            <a:lvl9pPr algn="l">
              <a:buNone/>
              <a:defRPr sz="1500" b="1">
                <a:solidFill>
                  <a:srgbClr val="536B7C"/>
                </a:solidFill>
                <a:latin typeface="Arial"/>
                <a:ea typeface="Arial"/>
                <a:cs typeface="Arial"/>
              </a:defRPr>
            </a:lvl9pPr>
          </a:lstStyle>
          <a:p xmlns:a="http://schemas.openxmlformats.org/drawingml/2006/main">
            <a:pPr algn="l">
              <a:buNone/>
              <a:defRPr sz="1500" b="1">
                <a:solidFill>
                  <a:srgbClr val="536B7C"/>
                </a:solidFill>
                <a:latin typeface="Arial"/>
                <a:ea typeface="Arial"/>
                <a:cs typeface="Arial"/>
              </a:defRPr>
            </a:pPr>
            <a:r>
              <a:rPr sz="1500" b="1">
                <a:solidFill>
                  <a:srgbClr val="536B7C"/>
                </a:solidFill>
                <a:latin typeface="Arial"/>
                <a:ea typeface="Arial"/>
                <a:cs typeface="Arial"/>
              </a:rPr>
              <a:t>REFERENCE FACT IDs</a:t>
            </a:r>
          </a:p>
        </p:txBody>
      </p:sp>
      <p:sp>
        <p:nvSpPr>
          <p:cNvPr id="9" name="">
            <a:extLst xmlns:a="http://schemas.openxmlformats.org/drawingml/2006/main">
              <a:ext uri="{FF2B5EF4-FFF2-40B4-BE49-F238E27FC236}">
                <a16:creationId xmlns:a16="http://schemas.microsoft.com/office/drawing/2014/main" id="{CD933D54-1343-42DF-9852-088F4382190B}"/>
              </a:ext>
            </a:extLst>
          </p:cNvPr>
          <p:cNvSpPr>
            <a:spLocks xmlns:a="http://schemas.openxmlformats.org/drawingml/2006/main" noGrp="1"/>
          </p:cNvSpPr>
          <p:nvPr/>
        </p:nvSpPr>
        <p:spPr>
          <a:xfrm xmlns:a="http://schemas.openxmlformats.org/drawingml/2006/main">
            <a:off x="6477000" y="2733675"/>
            <a:ext cx="4762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212 / 215   to   205 / 215</a:t>
            </a:r>
          </a:p>
        </p:txBody>
      </p:sp>
      <p:sp>
        <p:nvSpPr>
          <p:cNvPr id="10" name="">
            <a:extLst xmlns:a="http://schemas.openxmlformats.org/drawingml/2006/main">
              <a:ext uri="{FF2B5EF4-FFF2-40B4-BE49-F238E27FC236}">
                <a16:creationId xmlns:a16="http://schemas.microsoft.com/office/drawing/2014/main" id="{B74B8934-4728-4BE0-920B-E7CB8C095AA3}"/>
              </a:ext>
            </a:extLst>
          </p:cNvPr>
          <p:cNvSpPr>
            <a:spLocks xmlns:a="http://schemas.openxmlformats.org/drawingml/2006/main" noGrp="1"/>
          </p:cNvSpPr>
          <p:nvPr/>
        </p:nvSpPr>
        <p:spPr>
          <a:xfrm xmlns:a="http://schemas.openxmlformats.org/drawingml/2006/main">
            <a:off x="6477000" y="336232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a:solidFill>
                  <a:srgbClr val="536B7C"/>
                </a:solidFill>
                <a:latin typeface="Arial"/>
                <a:ea typeface="Arial"/>
                <a:cs typeface="Arial"/>
              </a:defRPr>
            </a:defPPr>
            <a:lvl1pPr algn="l">
              <a:buNone/>
              <a:defRPr sz="1575" b="0">
                <a:solidFill>
                  <a:srgbClr val="536B7C"/>
                </a:solidFill>
                <a:latin typeface="Arial"/>
                <a:ea typeface="Arial"/>
                <a:cs typeface="Arial"/>
              </a:defRPr>
            </a:lvl1pPr>
            <a:lvl2pPr algn="l">
              <a:buNone/>
              <a:defRPr sz="1575" b="0">
                <a:solidFill>
                  <a:srgbClr val="536B7C"/>
                </a:solidFill>
                <a:latin typeface="Arial"/>
                <a:ea typeface="Arial"/>
                <a:cs typeface="Arial"/>
              </a:defRPr>
            </a:lvl2pPr>
            <a:lvl3pPr algn="l">
              <a:buNone/>
              <a:defRPr sz="1575" b="0">
                <a:solidFill>
                  <a:srgbClr val="536B7C"/>
                </a:solidFill>
                <a:latin typeface="Arial"/>
                <a:ea typeface="Arial"/>
                <a:cs typeface="Arial"/>
              </a:defRPr>
            </a:lvl3pPr>
            <a:lvl4pPr algn="l">
              <a:buNone/>
              <a:defRPr sz="1575" b="0">
                <a:solidFill>
                  <a:srgbClr val="536B7C"/>
                </a:solidFill>
                <a:latin typeface="Arial"/>
                <a:ea typeface="Arial"/>
                <a:cs typeface="Arial"/>
              </a:defRPr>
            </a:lvl4pPr>
            <a:lvl5pPr algn="l">
              <a:buNone/>
              <a:defRPr sz="1575" b="0">
                <a:solidFill>
                  <a:srgbClr val="536B7C"/>
                </a:solidFill>
                <a:latin typeface="Arial"/>
                <a:ea typeface="Arial"/>
                <a:cs typeface="Arial"/>
              </a:defRPr>
            </a:lvl5pPr>
            <a:lvl6pPr algn="l">
              <a:buNone/>
              <a:defRPr sz="1575" b="0">
                <a:solidFill>
                  <a:srgbClr val="536B7C"/>
                </a:solidFill>
                <a:latin typeface="Arial"/>
                <a:ea typeface="Arial"/>
                <a:cs typeface="Arial"/>
              </a:defRPr>
            </a:lvl6pPr>
            <a:lvl7pPr algn="l">
              <a:buNone/>
              <a:defRPr sz="1575" b="0">
                <a:solidFill>
                  <a:srgbClr val="536B7C"/>
                </a:solidFill>
                <a:latin typeface="Arial"/>
                <a:ea typeface="Arial"/>
                <a:cs typeface="Arial"/>
              </a:defRPr>
            </a:lvl7pPr>
            <a:lvl8pPr algn="l">
              <a:buNone/>
              <a:defRPr sz="1575" b="0">
                <a:solidFill>
                  <a:srgbClr val="536B7C"/>
                </a:solidFill>
                <a:latin typeface="Arial"/>
                <a:ea typeface="Arial"/>
                <a:cs typeface="Arial"/>
              </a:defRPr>
            </a:lvl8pPr>
            <a:lvl9pPr algn="l">
              <a:buNone/>
              <a:defRPr sz="1575" b="0">
                <a:solidFill>
                  <a:srgbClr val="536B7C"/>
                </a:solidFill>
                <a:latin typeface="Arial"/>
                <a:ea typeface="Arial"/>
                <a:cs typeface="Arial"/>
              </a:defRPr>
            </a:lvl9pPr>
          </a:lstStyle>
          <a:p xmlns:a="http://schemas.openxmlformats.org/drawingml/2006/main">
            <a:pPr algn="l">
              <a:buNone/>
              <a:defRPr sz="1575" b="0">
                <a:solidFill>
                  <a:srgbClr val="536B7C"/>
                </a:solidFill>
                <a:latin typeface="Arial"/>
                <a:ea typeface="Arial"/>
                <a:cs typeface="Arial"/>
              </a:defRPr>
            </a:pPr>
            <a:r>
              <a:rPr sz="1575" b="0">
                <a:solidFill>
                  <a:srgbClr val="536B7C"/>
                </a:solidFill>
                <a:latin typeface="Arial"/>
                <a:ea typeface="Arial"/>
                <a:cs typeface="Arial"/>
              </a:rPr>
              <a:t>98.6% to 95.3%</a:t>
            </a:r>
          </a:p>
        </p:txBody>
      </p:sp>
      <p:sp>
        <p:nvSpPr>
          <p:cNvPr id="11" name="">
            <a:extLst xmlns:a="http://schemas.openxmlformats.org/drawingml/2006/main">
              <a:ext uri="{FF2B5EF4-FFF2-40B4-BE49-F238E27FC236}">
                <a16:creationId xmlns:a16="http://schemas.microsoft.com/office/drawing/2014/main" id="{21CB7DCC-A18D-4021-A310-14ABC0DB9D64}"/>
              </a:ext>
            </a:extLst>
          </p:cNvPr>
          <p:cNvSpPr>
            <a:spLocks xmlns:a="http://schemas.openxmlformats.org/drawingml/2006/main" noGrp="1"/>
          </p:cNvSpPr>
          <p:nvPr/>
        </p:nvSpPr>
        <p:spPr>
          <a:xfrm xmlns:a="http://schemas.openxmlformats.org/drawingml/2006/main">
            <a:off x="714375" y="4286250"/>
            <a:ext cx="10477500" cy="1000125"/>
          </a:xfrm>
          <a:prstGeom xmlns:a="http://schemas.openxmlformats.org/drawingml/2006/main" prst="rect">
            <a:avLst/>
          </a:prstGeom>
          <a:solidFill xmlns:a="http://schemas.openxmlformats.org/drawingml/2006/main">
            <a:srgbClr val="DDF0E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E0B65A4-4EB1-4236-8E11-1451DB3F0704}"/>
              </a:ext>
            </a:extLst>
          </p:cNvPr>
          <p:cNvSpPr>
            <a:spLocks xmlns:a="http://schemas.openxmlformats.org/drawingml/2006/main" noGrp="1"/>
          </p:cNvSpPr>
          <p:nvPr/>
        </p:nvSpPr>
        <p:spPr>
          <a:xfrm xmlns:a="http://schemas.openxmlformats.org/drawingml/2006/main">
            <a:off x="952500" y="4457700"/>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152B3C"/>
                </a:solidFill>
                <a:latin typeface="Arial"/>
                <a:ea typeface="Arial"/>
                <a:cs typeface="Arial"/>
              </a:defRPr>
            </a:defPPr>
            <a:lvl1pPr algn="l">
              <a:buNone/>
              <a:defRPr sz="1425" b="0">
                <a:solidFill>
                  <a:srgbClr val="152B3C"/>
                </a:solidFill>
                <a:latin typeface="Arial"/>
                <a:ea typeface="Arial"/>
                <a:cs typeface="Arial"/>
              </a:defRPr>
            </a:lvl1pPr>
            <a:lvl2pPr algn="l">
              <a:buNone/>
              <a:defRPr sz="1425" b="0">
                <a:solidFill>
                  <a:srgbClr val="152B3C"/>
                </a:solidFill>
                <a:latin typeface="Arial"/>
                <a:ea typeface="Arial"/>
                <a:cs typeface="Arial"/>
              </a:defRPr>
            </a:lvl2pPr>
            <a:lvl3pPr algn="l">
              <a:buNone/>
              <a:defRPr sz="1425" b="0">
                <a:solidFill>
                  <a:srgbClr val="152B3C"/>
                </a:solidFill>
                <a:latin typeface="Arial"/>
                <a:ea typeface="Arial"/>
                <a:cs typeface="Arial"/>
              </a:defRPr>
            </a:lvl3pPr>
            <a:lvl4pPr algn="l">
              <a:buNone/>
              <a:defRPr sz="1425" b="0">
                <a:solidFill>
                  <a:srgbClr val="152B3C"/>
                </a:solidFill>
                <a:latin typeface="Arial"/>
                <a:ea typeface="Arial"/>
                <a:cs typeface="Arial"/>
              </a:defRPr>
            </a:lvl4pPr>
            <a:lvl5pPr algn="l">
              <a:buNone/>
              <a:defRPr sz="1425" b="0">
                <a:solidFill>
                  <a:srgbClr val="152B3C"/>
                </a:solidFill>
                <a:latin typeface="Arial"/>
                <a:ea typeface="Arial"/>
                <a:cs typeface="Arial"/>
              </a:defRPr>
            </a:lvl5pPr>
            <a:lvl6pPr algn="l">
              <a:buNone/>
              <a:defRPr sz="1425" b="0">
                <a:solidFill>
                  <a:srgbClr val="152B3C"/>
                </a:solidFill>
                <a:latin typeface="Arial"/>
                <a:ea typeface="Arial"/>
                <a:cs typeface="Arial"/>
              </a:defRPr>
            </a:lvl6pPr>
            <a:lvl7pPr algn="l">
              <a:buNone/>
              <a:defRPr sz="1425" b="0">
                <a:solidFill>
                  <a:srgbClr val="152B3C"/>
                </a:solidFill>
                <a:latin typeface="Arial"/>
                <a:ea typeface="Arial"/>
                <a:cs typeface="Arial"/>
              </a:defRPr>
            </a:lvl7pPr>
            <a:lvl8pPr algn="l">
              <a:buNone/>
              <a:defRPr sz="1425" b="0">
                <a:solidFill>
                  <a:srgbClr val="152B3C"/>
                </a:solidFill>
                <a:latin typeface="Arial"/>
                <a:ea typeface="Arial"/>
                <a:cs typeface="Arial"/>
              </a:defRPr>
            </a:lvl8pPr>
            <a:lvl9pPr algn="l">
              <a:buNone/>
              <a:defRPr sz="1425" b="0">
                <a:solidFill>
                  <a:srgbClr val="152B3C"/>
                </a:solidFill>
                <a:latin typeface="Arial"/>
                <a:ea typeface="Arial"/>
                <a:cs typeface="Arial"/>
              </a:defRPr>
            </a:lvl9pPr>
          </a:lstStyle>
          <a:p xmlns:a="http://schemas.openxmlformats.org/drawingml/2006/main">
            <a:pPr algn="l">
              <a:buNone/>
              <a:defRPr sz="1425" b="0">
                <a:solidFill>
                  <a:srgbClr val="152B3C"/>
                </a:solidFill>
                <a:latin typeface="Arial"/>
                <a:ea typeface="Arial"/>
                <a:cs typeface="Arial"/>
              </a:defRPr>
            </a:pPr>
            <a:r>
              <a:rPr sz="1425" b="0">
                <a:solidFill>
                  <a:srgbClr val="152B3C"/>
                </a:solidFill>
                <a:latin typeface="Arial"/>
                <a:ea typeface="Arial"/>
                <a:cs typeface="Arial"/>
              </a:rPr>
              <a:t>ID matches can be partial; six human-reviewed relations have disputed meanings. Three incomplete histories are excluded.</a:t>
            </a:r>
          </a:p>
        </p:txBody>
      </p:sp>
      <p:sp>
        <p:nvSpPr>
          <p:cNvPr id="13" name="">
            <a:extLst xmlns:a="http://schemas.openxmlformats.org/drawingml/2006/main">
              <a:ext uri="{FF2B5EF4-FFF2-40B4-BE49-F238E27FC236}">
                <a16:creationId xmlns:a16="http://schemas.microsoft.com/office/drawing/2014/main" id="{51A3BEFF-4AE3-4C43-9C66-6CB4B8EB1808}"/>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F1F512-0BD3-4963-B33E-D4A72EDAE65C}"/>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Selected synthetic histories · reviewed reference is not exhaustive · ID matching is not strict recall.</a:t>
            </a:r>
          </a:p>
        </p:txBody>
      </p:sp>
    </p:spTree>
    <p:extLst>
      <p:ext uri="{BB962C8B-B14F-4D97-AF65-F5344CB8AC3E}">
        <p14:creationId xmlns:p14="http://schemas.microsoft.com/office/powerpoint/2010/main" val="43592472"/>
      </p:ext>
    </p:extLst>
  </p:cSld>
</p:sld>
</file>

<file path=ppt/slides/slide11.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888BA1-E6D4-4041-AA18-E3B5A7FF0275}"/>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CA5FDF-5DDF-4DD8-9DCA-967E526BEC08}"/>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11</a:t>
            </a:r>
          </a:p>
        </p:txBody>
      </p:sp>
      <p:sp>
        <p:nvSpPr>
          <p:cNvPr id="3" name="">
            <a:extLst xmlns:a="http://schemas.openxmlformats.org/drawingml/2006/main">
              <a:ext uri="{FF2B5EF4-FFF2-40B4-BE49-F238E27FC236}">
                <a16:creationId xmlns:a16="http://schemas.microsoft.com/office/drawing/2014/main" id="{F7E99BAA-9DC3-43C1-9433-934CD0575FCC}"/>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AC2: more valid questions, but many remain invalid</a:t>
            </a:r>
          </a:p>
        </p:txBody>
      </p:sp>
      <p:sp>
        <p:nvSpPr>
          <p:cNvPr id="4" name="">
            <a:extLst xmlns:a="http://schemas.openxmlformats.org/drawingml/2006/main">
              <a:ext uri="{FF2B5EF4-FFF2-40B4-BE49-F238E27FC236}">
                <a16:creationId xmlns:a16="http://schemas.microsoft.com/office/drawing/2014/main" id="{ED12B8D7-ED1C-4B23-8F9D-79189D369749}"/>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Both versions were reviewed against the same selected histories.</a:t>
            </a:r>
          </a:p>
        </p:txBody>
      </p:sp>
      <p:sp>
        <p:nvSpPr>
          <p:cNvPr id="5" name="">
            <a:extLst xmlns:a="http://schemas.openxmlformats.org/drawingml/2006/main">
              <a:ext uri="{FF2B5EF4-FFF2-40B4-BE49-F238E27FC236}">
                <a16:creationId xmlns:a16="http://schemas.microsoft.com/office/drawing/2014/main" id="{CAC41D73-95B6-4FC7-8F69-2C3620B98362}"/>
              </a:ext>
            </a:extLst>
          </p:cNvPr>
          <p:cNvSpPr>
            <a:spLocks xmlns:a="http://schemas.openxmlformats.org/drawingml/2006/main" noGrp="1"/>
          </p:cNvSpPr>
          <p:nvPr/>
        </p:nvSpPr>
        <p:spPr>
          <a:xfrm xmlns:a="http://schemas.openxmlformats.org/drawingml/2006/main">
            <a:off x="714375" y="23812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Earlier generator</a:t>
            </a:r>
          </a:p>
        </p:txBody>
      </p:sp>
      <p:sp>
        <p:nvSpPr>
          <p:cNvPr id="6" name="">
            <a:extLst xmlns:a="http://schemas.openxmlformats.org/drawingml/2006/main">
              <a:ext uri="{FF2B5EF4-FFF2-40B4-BE49-F238E27FC236}">
                <a16:creationId xmlns:a16="http://schemas.microsoft.com/office/drawing/2014/main" id="{3AF41FA5-C820-47A3-B0AB-42D1B7616C29}"/>
              </a:ext>
            </a:extLst>
          </p:cNvPr>
          <p:cNvSpPr>
            <a:spLocks xmlns:a="http://schemas.openxmlformats.org/drawingml/2006/main" noGrp="1"/>
          </p:cNvSpPr>
          <p:nvPr/>
        </p:nvSpPr>
        <p:spPr>
          <a:xfrm xmlns:a="http://schemas.openxmlformats.org/drawingml/2006/main">
            <a:off x="4953000" y="24574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4E05A73-53FC-4E6F-B8BE-5CF0DA41C433}"/>
              </a:ext>
            </a:extLst>
          </p:cNvPr>
          <p:cNvSpPr>
            <a:spLocks xmlns:a="http://schemas.openxmlformats.org/drawingml/2006/main" noGrp="1"/>
          </p:cNvSpPr>
          <p:nvPr/>
        </p:nvSpPr>
        <p:spPr>
          <a:xfrm xmlns:a="http://schemas.openxmlformats.org/drawingml/2006/main">
            <a:off x="4953000" y="2457450"/>
            <a:ext cx="2188176"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9B1EF9-96E6-4073-8859-9DD6E402548F}"/>
              </a:ext>
            </a:extLst>
          </p:cNvPr>
          <p:cNvSpPr>
            <a:spLocks xmlns:a="http://schemas.openxmlformats.org/drawingml/2006/main" noGrp="1"/>
          </p:cNvSpPr>
          <p:nvPr/>
        </p:nvSpPr>
        <p:spPr>
          <a:xfrm xmlns:a="http://schemas.openxmlformats.org/drawingml/2006/main">
            <a:off x="9858375" y="23717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50 / 111  ·  45.0%</a:t>
            </a:r>
          </a:p>
        </p:txBody>
      </p:sp>
      <p:sp>
        <p:nvSpPr>
          <p:cNvPr id="9" name="">
            <a:extLst xmlns:a="http://schemas.openxmlformats.org/drawingml/2006/main">
              <a:ext uri="{FF2B5EF4-FFF2-40B4-BE49-F238E27FC236}">
                <a16:creationId xmlns:a16="http://schemas.microsoft.com/office/drawing/2014/main" id="{4241E4A6-D2AB-4187-8258-570CC2AB6A2B}"/>
              </a:ext>
            </a:extLst>
          </p:cNvPr>
          <p:cNvSpPr>
            <a:spLocks xmlns:a="http://schemas.openxmlformats.org/drawingml/2006/main" noGrp="1"/>
          </p:cNvSpPr>
          <p:nvPr/>
        </p:nvSpPr>
        <p:spPr>
          <a:xfrm xmlns:a="http://schemas.openxmlformats.org/drawingml/2006/main">
            <a:off x="714375" y="3333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0">
                <a:solidFill>
                  <a:srgbClr val="152B3C"/>
                </a:solidFill>
                <a:latin typeface="Arial"/>
                <a:ea typeface="Arial"/>
                <a:cs typeface="Arial"/>
              </a:defRPr>
            </a:defPPr>
            <a:lvl1pPr algn="l">
              <a:buNone/>
              <a:defRPr sz="1500" b="0">
                <a:solidFill>
                  <a:srgbClr val="152B3C"/>
                </a:solidFill>
                <a:latin typeface="Arial"/>
                <a:ea typeface="Arial"/>
                <a:cs typeface="Arial"/>
              </a:defRPr>
            </a:lvl1pPr>
            <a:lvl2pPr algn="l">
              <a:buNone/>
              <a:defRPr sz="1500" b="0">
                <a:solidFill>
                  <a:srgbClr val="152B3C"/>
                </a:solidFill>
                <a:latin typeface="Arial"/>
                <a:ea typeface="Arial"/>
                <a:cs typeface="Arial"/>
              </a:defRPr>
            </a:lvl2pPr>
            <a:lvl3pPr algn="l">
              <a:buNone/>
              <a:defRPr sz="1500" b="0">
                <a:solidFill>
                  <a:srgbClr val="152B3C"/>
                </a:solidFill>
                <a:latin typeface="Arial"/>
                <a:ea typeface="Arial"/>
                <a:cs typeface="Arial"/>
              </a:defRPr>
            </a:lvl3pPr>
            <a:lvl4pPr algn="l">
              <a:buNone/>
              <a:defRPr sz="1500" b="0">
                <a:solidFill>
                  <a:srgbClr val="152B3C"/>
                </a:solidFill>
                <a:latin typeface="Arial"/>
                <a:ea typeface="Arial"/>
                <a:cs typeface="Arial"/>
              </a:defRPr>
            </a:lvl4pPr>
            <a:lvl5pPr algn="l">
              <a:buNone/>
              <a:defRPr sz="1500" b="0">
                <a:solidFill>
                  <a:srgbClr val="152B3C"/>
                </a:solidFill>
                <a:latin typeface="Arial"/>
                <a:ea typeface="Arial"/>
                <a:cs typeface="Arial"/>
              </a:defRPr>
            </a:lvl5pPr>
            <a:lvl6pPr algn="l">
              <a:buNone/>
              <a:defRPr sz="1500" b="0">
                <a:solidFill>
                  <a:srgbClr val="152B3C"/>
                </a:solidFill>
                <a:latin typeface="Arial"/>
                <a:ea typeface="Arial"/>
                <a:cs typeface="Arial"/>
              </a:defRPr>
            </a:lvl6pPr>
            <a:lvl7pPr algn="l">
              <a:buNone/>
              <a:defRPr sz="1500" b="0">
                <a:solidFill>
                  <a:srgbClr val="152B3C"/>
                </a:solidFill>
                <a:latin typeface="Arial"/>
                <a:ea typeface="Arial"/>
                <a:cs typeface="Arial"/>
              </a:defRPr>
            </a:lvl7pPr>
            <a:lvl8pPr algn="l">
              <a:buNone/>
              <a:defRPr sz="1500" b="0">
                <a:solidFill>
                  <a:srgbClr val="152B3C"/>
                </a:solidFill>
                <a:latin typeface="Arial"/>
                <a:ea typeface="Arial"/>
                <a:cs typeface="Arial"/>
              </a:defRPr>
            </a:lvl8pPr>
            <a:lvl9pPr algn="l">
              <a:buNone/>
              <a:defRPr sz="1500" b="0">
                <a:solidFill>
                  <a:srgbClr val="152B3C"/>
                </a:solidFill>
                <a:latin typeface="Arial"/>
                <a:ea typeface="Arial"/>
                <a:cs typeface="Arial"/>
              </a:defRPr>
            </a:lvl9pPr>
          </a:lstStyle>
          <a:p xmlns:a="http://schemas.openxmlformats.org/drawingml/2006/main">
            <a:pPr algn="l">
              <a:buNone/>
              <a:defRPr sz="1500" b="0">
                <a:solidFill>
                  <a:srgbClr val="152B3C"/>
                </a:solidFill>
                <a:latin typeface="Arial"/>
                <a:ea typeface="Arial"/>
                <a:cs typeface="Arial"/>
              </a:defRPr>
            </a:pPr>
            <a:r>
              <a:rPr sz="1500" b="0">
                <a:solidFill>
                  <a:srgbClr val="152B3C"/>
                </a:solidFill>
                <a:latin typeface="Arial"/>
                <a:ea typeface="Arial"/>
                <a:cs typeface="Arial"/>
              </a:rPr>
              <a:t>Newer generator</a:t>
            </a:r>
          </a:p>
        </p:txBody>
      </p:sp>
      <p:sp>
        <p:nvSpPr>
          <p:cNvPr id="10" name="">
            <a:extLst xmlns:a="http://schemas.openxmlformats.org/drawingml/2006/main">
              <a:ext uri="{FF2B5EF4-FFF2-40B4-BE49-F238E27FC236}">
                <a16:creationId xmlns:a16="http://schemas.microsoft.com/office/drawing/2014/main" id="{A5E2DB14-9762-49F1-B0D3-2249FC47BE4C}"/>
              </a:ext>
            </a:extLst>
          </p:cNvPr>
          <p:cNvSpPr>
            <a:spLocks xmlns:a="http://schemas.openxmlformats.org/drawingml/2006/main" noGrp="1"/>
          </p:cNvSpPr>
          <p:nvPr/>
        </p:nvSpPr>
        <p:spPr>
          <a:xfrm xmlns:a="http://schemas.openxmlformats.org/drawingml/2006/main">
            <a:off x="4953000" y="3409950"/>
            <a:ext cx="4857750" cy="171450"/>
          </a:xfrm>
          <a:prstGeom xmlns:a="http://schemas.openxmlformats.org/drawingml/2006/main" prst="rect">
            <a:avLst/>
          </a:prstGeom>
          <a:solidFill xmlns:a="http://schemas.openxmlformats.org/drawingml/2006/main">
            <a:srgbClr val="E5EC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3902CF6-C87F-4971-8DCF-23956B9C3BA9}"/>
              </a:ext>
            </a:extLst>
          </p:cNvPr>
          <p:cNvSpPr>
            <a:spLocks xmlns:a="http://schemas.openxmlformats.org/drawingml/2006/main" noGrp="1"/>
          </p:cNvSpPr>
          <p:nvPr/>
        </p:nvSpPr>
        <p:spPr>
          <a:xfrm xmlns:a="http://schemas.openxmlformats.org/drawingml/2006/main">
            <a:off x="4953000" y="3409950"/>
            <a:ext cx="2574192" cy="1714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A100172-F5FC-43B0-AB95-6F357DD33C6E}"/>
              </a:ext>
            </a:extLst>
          </p:cNvPr>
          <p:cNvSpPr>
            <a:spLocks xmlns:a="http://schemas.openxmlformats.org/drawingml/2006/main" noGrp="1"/>
          </p:cNvSpPr>
          <p:nvPr/>
        </p:nvSpPr>
        <p:spPr>
          <a:xfrm xmlns:a="http://schemas.openxmlformats.org/drawingml/2006/main">
            <a:off x="9858375" y="33242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1350" b="1">
                <a:solidFill>
                  <a:srgbClr val="152B3C"/>
                </a:solidFill>
                <a:latin typeface="Arial"/>
                <a:ea typeface="Arial"/>
                <a:cs typeface="Arial"/>
              </a:defRPr>
            </a:defPPr>
            <a:lvl1pPr algn="r">
              <a:buNone/>
              <a:defRPr sz="1350" b="1">
                <a:solidFill>
                  <a:srgbClr val="152B3C"/>
                </a:solidFill>
                <a:latin typeface="Arial"/>
                <a:ea typeface="Arial"/>
                <a:cs typeface="Arial"/>
              </a:defRPr>
            </a:lvl1pPr>
            <a:lvl2pPr algn="r">
              <a:buNone/>
              <a:defRPr sz="1350" b="1">
                <a:solidFill>
                  <a:srgbClr val="152B3C"/>
                </a:solidFill>
                <a:latin typeface="Arial"/>
                <a:ea typeface="Arial"/>
                <a:cs typeface="Arial"/>
              </a:defRPr>
            </a:lvl2pPr>
            <a:lvl3pPr algn="r">
              <a:buNone/>
              <a:defRPr sz="1350" b="1">
                <a:solidFill>
                  <a:srgbClr val="152B3C"/>
                </a:solidFill>
                <a:latin typeface="Arial"/>
                <a:ea typeface="Arial"/>
                <a:cs typeface="Arial"/>
              </a:defRPr>
            </a:lvl3pPr>
            <a:lvl4pPr algn="r">
              <a:buNone/>
              <a:defRPr sz="1350" b="1">
                <a:solidFill>
                  <a:srgbClr val="152B3C"/>
                </a:solidFill>
                <a:latin typeface="Arial"/>
                <a:ea typeface="Arial"/>
                <a:cs typeface="Arial"/>
              </a:defRPr>
            </a:lvl4pPr>
            <a:lvl5pPr algn="r">
              <a:buNone/>
              <a:defRPr sz="1350" b="1">
                <a:solidFill>
                  <a:srgbClr val="152B3C"/>
                </a:solidFill>
                <a:latin typeface="Arial"/>
                <a:ea typeface="Arial"/>
                <a:cs typeface="Arial"/>
              </a:defRPr>
            </a:lvl5pPr>
            <a:lvl6pPr algn="r">
              <a:buNone/>
              <a:defRPr sz="1350" b="1">
                <a:solidFill>
                  <a:srgbClr val="152B3C"/>
                </a:solidFill>
                <a:latin typeface="Arial"/>
                <a:ea typeface="Arial"/>
                <a:cs typeface="Arial"/>
              </a:defRPr>
            </a:lvl6pPr>
            <a:lvl7pPr algn="r">
              <a:buNone/>
              <a:defRPr sz="1350" b="1">
                <a:solidFill>
                  <a:srgbClr val="152B3C"/>
                </a:solidFill>
                <a:latin typeface="Arial"/>
                <a:ea typeface="Arial"/>
                <a:cs typeface="Arial"/>
              </a:defRPr>
            </a:lvl7pPr>
            <a:lvl8pPr algn="r">
              <a:buNone/>
              <a:defRPr sz="1350" b="1">
                <a:solidFill>
                  <a:srgbClr val="152B3C"/>
                </a:solidFill>
                <a:latin typeface="Arial"/>
                <a:ea typeface="Arial"/>
                <a:cs typeface="Arial"/>
              </a:defRPr>
            </a:lvl8pPr>
            <a:lvl9pPr algn="r">
              <a:buNone/>
              <a:defRPr sz="1350" b="1">
                <a:solidFill>
                  <a:srgbClr val="152B3C"/>
                </a:solidFill>
                <a:latin typeface="Arial"/>
                <a:ea typeface="Arial"/>
                <a:cs typeface="Arial"/>
              </a:defRPr>
            </a:lvl9pPr>
          </a:lstStyle>
          <a:p xmlns:a="http://schemas.openxmlformats.org/drawingml/2006/main">
            <a:pPr algn="r">
              <a:buNone/>
              <a:defRPr sz="1350" b="1">
                <a:solidFill>
                  <a:srgbClr val="152B3C"/>
                </a:solidFill>
                <a:latin typeface="Arial"/>
                <a:ea typeface="Arial"/>
                <a:cs typeface="Arial"/>
              </a:defRPr>
            </a:pPr>
            <a:r>
              <a:rPr sz="1350" b="1">
                <a:solidFill>
                  <a:srgbClr val="152B3C"/>
                </a:solidFill>
                <a:latin typeface="Arial"/>
                <a:ea typeface="Arial"/>
                <a:cs typeface="Arial"/>
              </a:rPr>
              <a:t>62 / 117  ·  53.0%</a:t>
            </a:r>
          </a:p>
        </p:txBody>
      </p:sp>
      <p:sp>
        <p:nvSpPr>
          <p:cNvPr id="13" name="">
            <a:extLst xmlns:a="http://schemas.openxmlformats.org/drawingml/2006/main">
              <a:ext uri="{FF2B5EF4-FFF2-40B4-BE49-F238E27FC236}">
                <a16:creationId xmlns:a16="http://schemas.microsoft.com/office/drawing/2014/main" id="{68F34AEA-6803-489A-92FD-7B2E11C0A513}"/>
              </a:ext>
            </a:extLst>
          </p:cNvPr>
          <p:cNvSpPr>
            <a:spLocks xmlns:a="http://schemas.openxmlformats.org/drawingml/2006/main" noGrp="1"/>
          </p:cNvSpPr>
          <p:nvPr/>
        </p:nvSpPr>
        <p:spPr>
          <a:xfrm xmlns:a="http://schemas.openxmlformats.org/drawingml/2006/main">
            <a:off x="723900" y="4095750"/>
            <a:ext cx="10572750" cy="1524000"/>
          </a:xfrm>
          <a:prstGeom xmlns:a="http://schemas.openxmlformats.org/drawingml/2006/main" prst="rect">
            <a:avLst/>
          </a:prstGeom>
          <a:solidFill xmlns:a="http://schemas.openxmlformats.org/drawingml/2006/main">
            <a:srgbClr val="F5E9D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7C5CB06-E0A0-4CBA-8C78-AF348E258773}"/>
              </a:ext>
            </a:extLst>
          </p:cNvPr>
          <p:cNvSpPr>
            <a:spLocks xmlns:a="http://schemas.openxmlformats.org/drawingml/2006/main" noGrp="1"/>
          </p:cNvSpPr>
          <p:nvPr/>
        </p:nvSpPr>
        <p:spPr>
          <a:xfrm xmlns:a="http://schemas.openxmlformats.org/drawingml/2006/main">
            <a:off x="962025" y="4219575"/>
            <a:ext cx="10096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00" b="1">
                <a:solidFill>
                  <a:srgbClr val="152B3C"/>
                </a:solidFill>
                <a:latin typeface="Arial"/>
                <a:ea typeface="Arial"/>
                <a:cs typeface="Arial"/>
              </a:defRPr>
            </a:defPPr>
            <a:lvl1pPr algn="l">
              <a:buNone/>
              <a:defRPr sz="1500" b="1">
                <a:solidFill>
                  <a:srgbClr val="152B3C"/>
                </a:solidFill>
                <a:latin typeface="Arial"/>
                <a:ea typeface="Arial"/>
                <a:cs typeface="Arial"/>
              </a:defRPr>
            </a:lvl1pPr>
            <a:lvl2pPr algn="l">
              <a:buNone/>
              <a:defRPr sz="1500" b="1">
                <a:solidFill>
                  <a:srgbClr val="152B3C"/>
                </a:solidFill>
                <a:latin typeface="Arial"/>
                <a:ea typeface="Arial"/>
                <a:cs typeface="Arial"/>
              </a:defRPr>
            </a:lvl2pPr>
            <a:lvl3pPr algn="l">
              <a:buNone/>
              <a:defRPr sz="1500" b="1">
                <a:solidFill>
                  <a:srgbClr val="152B3C"/>
                </a:solidFill>
                <a:latin typeface="Arial"/>
                <a:ea typeface="Arial"/>
                <a:cs typeface="Arial"/>
              </a:defRPr>
            </a:lvl3pPr>
            <a:lvl4pPr algn="l">
              <a:buNone/>
              <a:defRPr sz="1500" b="1">
                <a:solidFill>
                  <a:srgbClr val="152B3C"/>
                </a:solidFill>
                <a:latin typeface="Arial"/>
                <a:ea typeface="Arial"/>
                <a:cs typeface="Arial"/>
              </a:defRPr>
            </a:lvl4pPr>
            <a:lvl5pPr algn="l">
              <a:buNone/>
              <a:defRPr sz="1500" b="1">
                <a:solidFill>
                  <a:srgbClr val="152B3C"/>
                </a:solidFill>
                <a:latin typeface="Arial"/>
                <a:ea typeface="Arial"/>
                <a:cs typeface="Arial"/>
              </a:defRPr>
            </a:lvl5pPr>
            <a:lvl6pPr algn="l">
              <a:buNone/>
              <a:defRPr sz="1500" b="1">
                <a:solidFill>
                  <a:srgbClr val="152B3C"/>
                </a:solidFill>
                <a:latin typeface="Arial"/>
                <a:ea typeface="Arial"/>
                <a:cs typeface="Arial"/>
              </a:defRPr>
            </a:lvl6pPr>
            <a:lvl7pPr algn="l">
              <a:buNone/>
              <a:defRPr sz="1500" b="1">
                <a:solidFill>
                  <a:srgbClr val="152B3C"/>
                </a:solidFill>
                <a:latin typeface="Arial"/>
                <a:ea typeface="Arial"/>
                <a:cs typeface="Arial"/>
              </a:defRPr>
            </a:lvl7pPr>
            <a:lvl8pPr algn="l">
              <a:buNone/>
              <a:defRPr sz="1500" b="1">
                <a:solidFill>
                  <a:srgbClr val="152B3C"/>
                </a:solidFill>
                <a:latin typeface="Arial"/>
                <a:ea typeface="Arial"/>
                <a:cs typeface="Arial"/>
              </a:defRPr>
            </a:lvl8pPr>
            <a:lvl9pPr algn="l">
              <a:buNone/>
              <a:defRPr sz="1500" b="1">
                <a:solidFill>
                  <a:srgbClr val="152B3C"/>
                </a:solidFill>
                <a:latin typeface="Arial"/>
                <a:ea typeface="Arial"/>
                <a:cs typeface="Arial"/>
              </a:defRPr>
            </a:lvl9pPr>
          </a:lstStyle>
          <a:p xmlns:a="http://schemas.openxmlformats.org/drawingml/2006/main">
            <a:pPr algn="l">
              <a:buNone/>
              <a:defRPr sz="1500" b="1">
                <a:solidFill>
                  <a:srgbClr val="152B3C"/>
                </a:solidFill>
                <a:latin typeface="Arial"/>
                <a:ea typeface="Arial"/>
                <a:cs typeface="Arial"/>
              </a:defRPr>
            </a:pPr>
            <a:r>
              <a:rPr sz="1500" b="1">
                <a:solidFill>
                  <a:srgbClr val="152B3C"/>
                </a:solidFill>
                <a:latin typeface="Arial"/>
                <a:ea typeface="Arial"/>
                <a:cs typeface="Arial"/>
              </a:rPr>
              <a:t>55 / 117 newer questions were invalid; 38 passed the old gate.</a:t>
            </a:r>
          </a:p>
          <a:p xmlns:a="http://schemas.openxmlformats.org/drawingml/2006/main">
            <a:pPr algn="l">
              <a:buNone/>
              <a:defRPr sz="1500" b="1">
                <a:solidFill>
                  <a:srgbClr val="152B3C"/>
                </a:solidFill>
                <a:latin typeface="Arial"/>
                <a:ea typeface="Arial"/>
                <a:cs typeface="Arial"/>
              </a:defRPr>
            </a:pPr>
            <a:r>
              <a:rPr sz="1500" b="1">
                <a:solidFill>
                  <a:srgbClr val="152B3C"/>
                </a:solidFill>
                <a:latin typeface="Arial"/>
                <a:ea typeface="Arial"/>
                <a:cs typeface="Arial"/>
              </a:rPr>
              <a:t>A later two-person recheck changed one question in each group.</a:t>
            </a:r>
          </a:p>
          <a:p xmlns:a="http://schemas.openxmlformats.org/drawingml/2006/main">
            <a:pPr algn="l">
              <a:buNone/>
              <a:defRPr sz="1500" b="1">
                <a:solidFill>
                  <a:srgbClr val="152B3C"/>
                </a:solidFill>
                <a:latin typeface="Arial"/>
                <a:ea typeface="Arial"/>
                <a:cs typeface="Arial"/>
              </a:defRPr>
            </a:pPr>
            <a:r>
              <a:rPr sz="1500" b="1">
                <a:solidFill>
                  <a:srgbClr val="152B3C"/>
                </a:solidFill>
                <a:latin typeface="Arial"/>
                <a:ea typeface="Arial"/>
                <a:cs typeface="Arial"/>
              </a:rPr>
              <a:t>Source review requests help, but do not guarantee valid questions.</a:t>
            </a:r>
          </a:p>
        </p:txBody>
      </p:sp>
      <p:sp>
        <p:nvSpPr>
          <p:cNvPr id="15" name="">
            <a:extLst xmlns:a="http://schemas.openxmlformats.org/drawingml/2006/main">
              <a:ext uri="{FF2B5EF4-FFF2-40B4-BE49-F238E27FC236}">
                <a16:creationId xmlns:a16="http://schemas.microsoft.com/office/drawing/2014/main" id="{625A0354-B2FE-4622-81A5-A759612159BC}"/>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0DCCF49-0E0C-4DDF-91DE-F51F9C30DB54}"/>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30 related synthetic histories · retrospective replay, not independent validation.</a:t>
            </a:r>
          </a:p>
        </p:txBody>
      </p:sp>
    </p:spTree>
    <p:extLst>
      <p:ext uri="{BB962C8B-B14F-4D97-AF65-F5344CB8AC3E}">
        <p14:creationId xmlns:p14="http://schemas.microsoft.com/office/powerpoint/2010/main" val="1626620804"/>
      </p:ext>
    </p:extLst>
  </p:cSld>
</p:sld>
</file>

<file path=ppt/slides/slide1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D6361DC-4B13-491A-8170-698B5E470DD2}"/>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57CACB-F770-4EBC-A4F8-1077BD0628F5}"/>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12</a:t>
            </a:r>
          </a:p>
        </p:txBody>
      </p:sp>
      <p:sp>
        <p:nvSpPr>
          <p:cNvPr id="3" name="">
            <a:extLst xmlns:a="http://schemas.openxmlformats.org/drawingml/2006/main">
              <a:ext uri="{FF2B5EF4-FFF2-40B4-BE49-F238E27FC236}">
                <a16:creationId xmlns:a16="http://schemas.microsoft.com/office/drawing/2014/main" id="{5CB1BAFB-B654-4822-AC04-1DB8DFA16FA5}"/>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Diagnosis, repair and retest</a:t>
            </a:r>
          </a:p>
        </p:txBody>
      </p:sp>
      <p:sp>
        <p:nvSpPr>
          <p:cNvPr id="4" name="">
            <a:extLst xmlns:a="http://schemas.openxmlformats.org/drawingml/2006/main">
              <a:ext uri="{FF2B5EF4-FFF2-40B4-BE49-F238E27FC236}">
                <a16:creationId xmlns:a16="http://schemas.microsoft.com/office/drawing/2014/main" id="{692A7EF6-89CF-4AF9-84D6-BDF7B7E5279F}"/>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A four-history development pilot illustrates the complete workflow.</a:t>
            </a:r>
          </a:p>
        </p:txBody>
      </p:sp>
      <p:sp>
        <p:nvSpPr>
          <p:cNvPr id="5" name="">
            <a:extLst xmlns:a="http://schemas.openxmlformats.org/drawingml/2006/main">
              <a:ext uri="{FF2B5EF4-FFF2-40B4-BE49-F238E27FC236}">
                <a16:creationId xmlns:a16="http://schemas.microsoft.com/office/drawing/2014/main" id="{594EC046-854D-4068-88F5-5FDDB0980772}"/>
              </a:ext>
            </a:extLst>
          </p:cNvPr>
          <p:cNvSpPr>
            <a:spLocks xmlns:a="http://schemas.openxmlformats.org/drawingml/2006/main" noGrp="1"/>
          </p:cNvSpPr>
          <p:nvPr/>
        </p:nvSpPr>
        <p:spPr>
          <a:xfrm xmlns:a="http://schemas.openxmlformats.org/drawingml/2006/main">
            <a:off x="619125" y="2047875"/>
            <a:ext cx="3333750" cy="2143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0797B2-57AC-4F4B-BF53-0FE00FD7E160}"/>
              </a:ext>
            </a:extLst>
          </p:cNvPr>
          <p:cNvSpPr>
            <a:spLocks xmlns:a="http://schemas.openxmlformats.org/drawingml/2006/main" noGrp="1"/>
          </p:cNvSpPr>
          <p:nvPr/>
        </p:nvSpPr>
        <p:spPr>
          <a:xfrm xmlns:a="http://schemas.openxmlformats.org/drawingml/2006/main">
            <a:off x="619125" y="2047875"/>
            <a:ext cx="47625" cy="21431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B684EA-983D-4323-948A-7CD3D61654CA}"/>
              </a:ext>
            </a:extLst>
          </p:cNvPr>
          <p:cNvSpPr>
            <a:spLocks xmlns:a="http://schemas.openxmlformats.org/drawingml/2006/main" noGrp="1"/>
          </p:cNvSpPr>
          <p:nvPr/>
        </p:nvSpPr>
        <p:spPr>
          <a:xfrm xmlns:a="http://schemas.openxmlformats.org/drawingml/2006/main">
            <a:off x="809625" y="22193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1  DIAGNOSE</a:t>
            </a:r>
          </a:p>
        </p:txBody>
      </p:sp>
      <p:sp>
        <p:nvSpPr>
          <p:cNvPr id="8" name="">
            <a:extLst xmlns:a="http://schemas.openxmlformats.org/drawingml/2006/main">
              <a:ext uri="{FF2B5EF4-FFF2-40B4-BE49-F238E27FC236}">
                <a16:creationId xmlns:a16="http://schemas.microsoft.com/office/drawing/2014/main" id="{5F20D69A-D4F8-45D5-AE99-0FFCD88A51AF}"/>
              </a:ext>
            </a:extLst>
          </p:cNvPr>
          <p:cNvSpPr>
            <a:spLocks xmlns:a="http://schemas.openxmlformats.org/drawingml/2006/main" noGrp="1"/>
          </p:cNvSpPr>
          <p:nvPr/>
        </p:nvSpPr>
        <p:spPr>
          <a:xfrm xmlns:a="http://schemas.openxmlformats.org/drawingml/2006/main">
            <a:off x="809625" y="25622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Missing facts</a:t>
            </a:r>
          </a:p>
        </p:txBody>
      </p:sp>
      <p:sp>
        <p:nvSpPr>
          <p:cNvPr id="9" name="">
            <a:extLst xmlns:a="http://schemas.openxmlformats.org/drawingml/2006/main">
              <a:ext uri="{FF2B5EF4-FFF2-40B4-BE49-F238E27FC236}">
                <a16:creationId xmlns:a16="http://schemas.microsoft.com/office/drawing/2014/main" id="{B1A634E5-4838-40CC-8B4B-DF8BA2B22E09}"/>
              </a:ext>
            </a:extLst>
          </p:cNvPr>
          <p:cNvSpPr>
            <a:spLocks xmlns:a="http://schemas.openxmlformats.org/drawingml/2006/main" noGrp="1"/>
          </p:cNvSpPr>
          <p:nvPr/>
        </p:nvSpPr>
        <p:spPr>
          <a:xfrm xmlns:a="http://schemas.openxmlformats.org/drawingml/2006/main">
            <a:off x="809625" y="3057525"/>
            <a:ext cx="2952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Inspect answer-time evidence to identify the retrieval problem.</a:t>
            </a:r>
          </a:p>
        </p:txBody>
      </p:sp>
      <p:sp>
        <p:nvSpPr>
          <p:cNvPr id="10" name="">
            <a:extLst xmlns:a="http://schemas.openxmlformats.org/drawingml/2006/main">
              <a:ext uri="{FF2B5EF4-FFF2-40B4-BE49-F238E27FC236}">
                <a16:creationId xmlns:a16="http://schemas.microsoft.com/office/drawing/2014/main" id="{66343B22-6C14-4CB0-83CD-80FC80ED4907}"/>
              </a:ext>
            </a:extLst>
          </p:cNvPr>
          <p:cNvSpPr>
            <a:spLocks xmlns:a="http://schemas.openxmlformats.org/drawingml/2006/main" noGrp="1"/>
          </p:cNvSpPr>
          <p:nvPr/>
        </p:nvSpPr>
        <p:spPr>
          <a:xfrm xmlns:a="http://schemas.openxmlformats.org/drawingml/2006/main">
            <a:off x="4381500" y="2047875"/>
            <a:ext cx="3333750" cy="2143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9ED818-97BE-4355-8217-6B95BC2B42C2}"/>
              </a:ext>
            </a:extLst>
          </p:cNvPr>
          <p:cNvSpPr>
            <a:spLocks xmlns:a="http://schemas.openxmlformats.org/drawingml/2006/main" noGrp="1"/>
          </p:cNvSpPr>
          <p:nvPr/>
        </p:nvSpPr>
        <p:spPr>
          <a:xfrm xmlns:a="http://schemas.openxmlformats.org/drawingml/2006/main">
            <a:off x="4381500" y="2047875"/>
            <a:ext cx="47625" cy="21431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5216A44-7294-43BC-96AB-8EAE5761BB4F}"/>
              </a:ext>
            </a:extLst>
          </p:cNvPr>
          <p:cNvSpPr>
            <a:spLocks xmlns:a="http://schemas.openxmlformats.org/drawingml/2006/main" noGrp="1"/>
          </p:cNvSpPr>
          <p:nvPr/>
        </p:nvSpPr>
        <p:spPr>
          <a:xfrm xmlns:a="http://schemas.openxmlformats.org/drawingml/2006/main">
            <a:off x="4572000" y="22193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2  REPAIR</a:t>
            </a:r>
          </a:p>
        </p:txBody>
      </p:sp>
      <p:sp>
        <p:nvSpPr>
          <p:cNvPr id="13" name="">
            <a:extLst xmlns:a="http://schemas.openxmlformats.org/drawingml/2006/main">
              <a:ext uri="{FF2B5EF4-FFF2-40B4-BE49-F238E27FC236}">
                <a16:creationId xmlns:a16="http://schemas.microsoft.com/office/drawing/2014/main" id="{709C4AE9-9D75-43C0-B6A0-325120DA5A48}"/>
              </a:ext>
            </a:extLst>
          </p:cNvPr>
          <p:cNvSpPr>
            <a:spLocks xmlns:a="http://schemas.openxmlformats.org/drawingml/2006/main" noGrp="1"/>
          </p:cNvSpPr>
          <p:nvPr/>
        </p:nvSpPr>
        <p:spPr>
          <a:xfrm xmlns:a="http://schemas.openxmlformats.org/drawingml/2006/main">
            <a:off x="4572000" y="25622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Change retrieval</a:t>
            </a:r>
          </a:p>
        </p:txBody>
      </p:sp>
      <p:sp>
        <p:nvSpPr>
          <p:cNvPr id="14" name="">
            <a:extLst xmlns:a="http://schemas.openxmlformats.org/drawingml/2006/main">
              <a:ext uri="{FF2B5EF4-FFF2-40B4-BE49-F238E27FC236}">
                <a16:creationId xmlns:a16="http://schemas.microsoft.com/office/drawing/2014/main" id="{C790FCC0-B6EF-4ECA-9900-4A29D001B0A5}"/>
              </a:ext>
            </a:extLst>
          </p:cNvPr>
          <p:cNvSpPr>
            <a:spLocks xmlns:a="http://schemas.openxmlformats.org/drawingml/2006/main" noGrp="1"/>
          </p:cNvSpPr>
          <p:nvPr/>
        </p:nvSpPr>
        <p:spPr>
          <a:xfrm xmlns:a="http://schemas.openxmlformats.org/drawingml/2006/main">
            <a:off x="4572000" y="3057525"/>
            <a:ext cx="2952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Try a targeted retrieval policy for the same task.</a:t>
            </a:r>
          </a:p>
        </p:txBody>
      </p:sp>
      <p:sp>
        <p:nvSpPr>
          <p:cNvPr id="15" name="">
            <a:extLst xmlns:a="http://schemas.openxmlformats.org/drawingml/2006/main">
              <a:ext uri="{FF2B5EF4-FFF2-40B4-BE49-F238E27FC236}">
                <a16:creationId xmlns:a16="http://schemas.microsoft.com/office/drawing/2014/main" id="{360FE5FD-362E-458F-99B8-5150589A1473}"/>
              </a:ext>
            </a:extLst>
          </p:cNvPr>
          <p:cNvSpPr>
            <a:spLocks xmlns:a="http://schemas.openxmlformats.org/drawingml/2006/main" noGrp="1"/>
          </p:cNvSpPr>
          <p:nvPr/>
        </p:nvSpPr>
        <p:spPr>
          <a:xfrm xmlns:a="http://schemas.openxmlformats.org/drawingml/2006/main">
            <a:off x="8143875" y="2047875"/>
            <a:ext cx="3333750" cy="2143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896AE7-8B65-4187-9F3B-0EE33ADED89E}"/>
              </a:ext>
            </a:extLst>
          </p:cNvPr>
          <p:cNvSpPr>
            <a:spLocks xmlns:a="http://schemas.openxmlformats.org/drawingml/2006/main" noGrp="1"/>
          </p:cNvSpPr>
          <p:nvPr/>
        </p:nvSpPr>
        <p:spPr>
          <a:xfrm xmlns:a="http://schemas.openxmlformats.org/drawingml/2006/main">
            <a:off x="8143875" y="2047875"/>
            <a:ext cx="47625" cy="21431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F99A98-DD9B-4936-A1BB-04FDCE779DA7}"/>
              </a:ext>
            </a:extLst>
          </p:cNvPr>
          <p:cNvSpPr>
            <a:spLocks xmlns:a="http://schemas.openxmlformats.org/drawingml/2006/main" noGrp="1"/>
          </p:cNvSpPr>
          <p:nvPr/>
        </p:nvSpPr>
        <p:spPr>
          <a:xfrm xmlns:a="http://schemas.openxmlformats.org/drawingml/2006/main">
            <a:off x="8334375" y="2219325"/>
            <a:ext cx="295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a:solidFill>
                  <a:srgbClr val="087F8C"/>
                </a:solidFill>
                <a:latin typeface="Arial"/>
                <a:ea typeface="Arial"/>
                <a:cs typeface="Arial"/>
              </a:defRPr>
            </a:defPPr>
            <a:lvl1pPr algn="l">
              <a:buNone/>
              <a:defRPr sz="1275" b="1">
                <a:solidFill>
                  <a:srgbClr val="087F8C"/>
                </a:solidFill>
                <a:latin typeface="Arial"/>
                <a:ea typeface="Arial"/>
                <a:cs typeface="Arial"/>
              </a:defRPr>
            </a:lvl1pPr>
            <a:lvl2pPr algn="l">
              <a:buNone/>
              <a:defRPr sz="1275" b="1">
                <a:solidFill>
                  <a:srgbClr val="087F8C"/>
                </a:solidFill>
                <a:latin typeface="Arial"/>
                <a:ea typeface="Arial"/>
                <a:cs typeface="Arial"/>
              </a:defRPr>
            </a:lvl2pPr>
            <a:lvl3pPr algn="l">
              <a:buNone/>
              <a:defRPr sz="1275" b="1">
                <a:solidFill>
                  <a:srgbClr val="087F8C"/>
                </a:solidFill>
                <a:latin typeface="Arial"/>
                <a:ea typeface="Arial"/>
                <a:cs typeface="Arial"/>
              </a:defRPr>
            </a:lvl3pPr>
            <a:lvl4pPr algn="l">
              <a:buNone/>
              <a:defRPr sz="1275" b="1">
                <a:solidFill>
                  <a:srgbClr val="087F8C"/>
                </a:solidFill>
                <a:latin typeface="Arial"/>
                <a:ea typeface="Arial"/>
                <a:cs typeface="Arial"/>
              </a:defRPr>
            </a:lvl4pPr>
            <a:lvl5pPr algn="l">
              <a:buNone/>
              <a:defRPr sz="1275" b="1">
                <a:solidFill>
                  <a:srgbClr val="087F8C"/>
                </a:solidFill>
                <a:latin typeface="Arial"/>
                <a:ea typeface="Arial"/>
                <a:cs typeface="Arial"/>
              </a:defRPr>
            </a:lvl5pPr>
            <a:lvl6pPr algn="l">
              <a:buNone/>
              <a:defRPr sz="1275" b="1">
                <a:solidFill>
                  <a:srgbClr val="087F8C"/>
                </a:solidFill>
                <a:latin typeface="Arial"/>
                <a:ea typeface="Arial"/>
                <a:cs typeface="Arial"/>
              </a:defRPr>
            </a:lvl6pPr>
            <a:lvl7pPr algn="l">
              <a:buNone/>
              <a:defRPr sz="1275" b="1">
                <a:solidFill>
                  <a:srgbClr val="087F8C"/>
                </a:solidFill>
                <a:latin typeface="Arial"/>
                <a:ea typeface="Arial"/>
                <a:cs typeface="Arial"/>
              </a:defRPr>
            </a:lvl7pPr>
            <a:lvl8pPr algn="l">
              <a:buNone/>
              <a:defRPr sz="1275" b="1">
                <a:solidFill>
                  <a:srgbClr val="087F8C"/>
                </a:solidFill>
                <a:latin typeface="Arial"/>
                <a:ea typeface="Arial"/>
                <a:cs typeface="Arial"/>
              </a:defRPr>
            </a:lvl8pPr>
            <a:lvl9pPr algn="l">
              <a:buNone/>
              <a:defRPr sz="1275" b="1">
                <a:solidFill>
                  <a:srgbClr val="087F8C"/>
                </a:solidFill>
                <a:latin typeface="Arial"/>
                <a:ea typeface="Arial"/>
                <a:cs typeface="Arial"/>
              </a:defRPr>
            </a:lvl9pPr>
          </a:lstStyle>
          <a:p xmlns:a="http://schemas.openxmlformats.org/drawingml/2006/main">
            <a:pPr algn="l">
              <a:buNone/>
              <a:defRPr sz="1275" b="1">
                <a:solidFill>
                  <a:srgbClr val="087F8C"/>
                </a:solidFill>
                <a:latin typeface="Arial"/>
                <a:ea typeface="Arial"/>
                <a:cs typeface="Arial"/>
              </a:defRPr>
            </a:pPr>
            <a:r>
              <a:rPr sz="1275" b="1">
                <a:solidFill>
                  <a:srgbClr val="087F8C"/>
                </a:solidFill>
                <a:latin typeface="Arial"/>
                <a:ea typeface="Arial"/>
                <a:cs typeface="Arial"/>
              </a:rPr>
              <a:t>3  RETEST</a:t>
            </a:r>
          </a:p>
        </p:txBody>
      </p:sp>
      <p:sp>
        <p:nvSpPr>
          <p:cNvPr id="18" name="">
            <a:extLst xmlns:a="http://schemas.openxmlformats.org/drawingml/2006/main">
              <a:ext uri="{FF2B5EF4-FFF2-40B4-BE49-F238E27FC236}">
                <a16:creationId xmlns:a16="http://schemas.microsoft.com/office/drawing/2014/main" id="{7E4ECFEC-C9D4-4869-BABF-8AF104492B81}"/>
              </a:ext>
            </a:extLst>
          </p:cNvPr>
          <p:cNvSpPr>
            <a:spLocks xmlns:a="http://schemas.openxmlformats.org/drawingml/2006/main" noGrp="1"/>
          </p:cNvSpPr>
          <p:nvPr/>
        </p:nvSpPr>
        <p:spPr>
          <a:xfrm xmlns:a="http://schemas.openxmlformats.org/drawingml/2006/main">
            <a:off x="8334375" y="2562225"/>
            <a:ext cx="295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100" b="1">
                <a:solidFill>
                  <a:srgbClr val="152B3C"/>
                </a:solidFill>
                <a:latin typeface="Arial"/>
                <a:ea typeface="Arial"/>
                <a:cs typeface="Arial"/>
              </a:defRPr>
            </a:defPPr>
            <a:lvl1pPr algn="l">
              <a:buNone/>
              <a:defRPr sz="2100" b="1">
                <a:solidFill>
                  <a:srgbClr val="152B3C"/>
                </a:solidFill>
                <a:latin typeface="Arial"/>
                <a:ea typeface="Arial"/>
                <a:cs typeface="Arial"/>
              </a:defRPr>
            </a:lvl1pPr>
            <a:lvl2pPr algn="l">
              <a:buNone/>
              <a:defRPr sz="2100" b="1">
                <a:solidFill>
                  <a:srgbClr val="152B3C"/>
                </a:solidFill>
                <a:latin typeface="Arial"/>
                <a:ea typeface="Arial"/>
                <a:cs typeface="Arial"/>
              </a:defRPr>
            </a:lvl2pPr>
            <a:lvl3pPr algn="l">
              <a:buNone/>
              <a:defRPr sz="2100" b="1">
                <a:solidFill>
                  <a:srgbClr val="152B3C"/>
                </a:solidFill>
                <a:latin typeface="Arial"/>
                <a:ea typeface="Arial"/>
                <a:cs typeface="Arial"/>
              </a:defRPr>
            </a:lvl3pPr>
            <a:lvl4pPr algn="l">
              <a:buNone/>
              <a:defRPr sz="2100" b="1">
                <a:solidFill>
                  <a:srgbClr val="152B3C"/>
                </a:solidFill>
                <a:latin typeface="Arial"/>
                <a:ea typeface="Arial"/>
                <a:cs typeface="Arial"/>
              </a:defRPr>
            </a:lvl4pPr>
            <a:lvl5pPr algn="l">
              <a:buNone/>
              <a:defRPr sz="2100" b="1">
                <a:solidFill>
                  <a:srgbClr val="152B3C"/>
                </a:solidFill>
                <a:latin typeface="Arial"/>
                <a:ea typeface="Arial"/>
                <a:cs typeface="Arial"/>
              </a:defRPr>
            </a:lvl5pPr>
            <a:lvl6pPr algn="l">
              <a:buNone/>
              <a:defRPr sz="2100" b="1">
                <a:solidFill>
                  <a:srgbClr val="152B3C"/>
                </a:solidFill>
                <a:latin typeface="Arial"/>
                <a:ea typeface="Arial"/>
                <a:cs typeface="Arial"/>
              </a:defRPr>
            </a:lvl6pPr>
            <a:lvl7pPr algn="l">
              <a:buNone/>
              <a:defRPr sz="2100" b="1">
                <a:solidFill>
                  <a:srgbClr val="152B3C"/>
                </a:solidFill>
                <a:latin typeface="Arial"/>
                <a:ea typeface="Arial"/>
                <a:cs typeface="Arial"/>
              </a:defRPr>
            </a:lvl7pPr>
            <a:lvl8pPr algn="l">
              <a:buNone/>
              <a:defRPr sz="2100" b="1">
                <a:solidFill>
                  <a:srgbClr val="152B3C"/>
                </a:solidFill>
                <a:latin typeface="Arial"/>
                <a:ea typeface="Arial"/>
                <a:cs typeface="Arial"/>
              </a:defRPr>
            </a:lvl8pPr>
            <a:lvl9pPr algn="l">
              <a:buNone/>
              <a:defRPr sz="2100" b="1">
                <a:solidFill>
                  <a:srgbClr val="152B3C"/>
                </a:solidFill>
                <a:latin typeface="Arial"/>
                <a:ea typeface="Arial"/>
                <a:cs typeface="Arial"/>
              </a:defRPr>
            </a:lvl9pPr>
          </a:lstStyle>
          <a:p xmlns:a="http://schemas.openxmlformats.org/drawingml/2006/main">
            <a:pPr algn="l">
              <a:buNone/>
              <a:defRPr sz="2100" b="1">
                <a:solidFill>
                  <a:srgbClr val="152B3C"/>
                </a:solidFill>
                <a:latin typeface="Arial"/>
                <a:ea typeface="Arial"/>
                <a:cs typeface="Arial"/>
              </a:defRPr>
            </a:pPr>
            <a:r>
              <a:rPr sz="2100" b="1">
                <a:solidFill>
                  <a:srgbClr val="152B3C"/>
                </a:solidFill>
                <a:latin typeface="Arial"/>
                <a:ea typeface="Arial"/>
                <a:cs typeface="Arial"/>
              </a:rPr>
              <a:t>Same questions</a:t>
            </a:r>
          </a:p>
        </p:txBody>
      </p:sp>
      <p:sp>
        <p:nvSpPr>
          <p:cNvPr id="19" name="">
            <a:extLst xmlns:a="http://schemas.openxmlformats.org/drawingml/2006/main">
              <a:ext uri="{FF2B5EF4-FFF2-40B4-BE49-F238E27FC236}">
                <a16:creationId xmlns:a16="http://schemas.microsoft.com/office/drawing/2014/main" id="{6052B565-4755-47CA-90A7-9D2C6445CB1C}"/>
              </a:ext>
            </a:extLst>
          </p:cNvPr>
          <p:cNvSpPr>
            <a:spLocks xmlns:a="http://schemas.openxmlformats.org/drawingml/2006/main" noGrp="1"/>
          </p:cNvSpPr>
          <p:nvPr/>
        </p:nvSpPr>
        <p:spPr>
          <a:xfrm xmlns:a="http://schemas.openxmlformats.org/drawingml/2006/main">
            <a:off x="8334375" y="3057525"/>
            <a:ext cx="2952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a:solidFill>
                  <a:srgbClr val="536B7C"/>
                </a:solidFill>
                <a:latin typeface="Arial"/>
                <a:ea typeface="Arial"/>
                <a:cs typeface="Arial"/>
              </a:defRPr>
            </a:defPPr>
            <a:lvl1pPr algn="l">
              <a:buNone/>
              <a:defRPr sz="1350" b="0">
                <a:solidFill>
                  <a:srgbClr val="536B7C"/>
                </a:solidFill>
                <a:latin typeface="Arial"/>
                <a:ea typeface="Arial"/>
                <a:cs typeface="Arial"/>
              </a:defRPr>
            </a:lvl1pPr>
            <a:lvl2pPr algn="l">
              <a:buNone/>
              <a:defRPr sz="1350" b="0">
                <a:solidFill>
                  <a:srgbClr val="536B7C"/>
                </a:solidFill>
                <a:latin typeface="Arial"/>
                <a:ea typeface="Arial"/>
                <a:cs typeface="Arial"/>
              </a:defRPr>
            </a:lvl2pPr>
            <a:lvl3pPr algn="l">
              <a:buNone/>
              <a:defRPr sz="1350" b="0">
                <a:solidFill>
                  <a:srgbClr val="536B7C"/>
                </a:solidFill>
                <a:latin typeface="Arial"/>
                <a:ea typeface="Arial"/>
                <a:cs typeface="Arial"/>
              </a:defRPr>
            </a:lvl3pPr>
            <a:lvl4pPr algn="l">
              <a:buNone/>
              <a:defRPr sz="1350" b="0">
                <a:solidFill>
                  <a:srgbClr val="536B7C"/>
                </a:solidFill>
                <a:latin typeface="Arial"/>
                <a:ea typeface="Arial"/>
                <a:cs typeface="Arial"/>
              </a:defRPr>
            </a:lvl4pPr>
            <a:lvl5pPr algn="l">
              <a:buNone/>
              <a:defRPr sz="1350" b="0">
                <a:solidFill>
                  <a:srgbClr val="536B7C"/>
                </a:solidFill>
                <a:latin typeface="Arial"/>
                <a:ea typeface="Arial"/>
                <a:cs typeface="Arial"/>
              </a:defRPr>
            </a:lvl5pPr>
            <a:lvl6pPr algn="l">
              <a:buNone/>
              <a:defRPr sz="1350" b="0">
                <a:solidFill>
                  <a:srgbClr val="536B7C"/>
                </a:solidFill>
                <a:latin typeface="Arial"/>
                <a:ea typeface="Arial"/>
                <a:cs typeface="Arial"/>
              </a:defRPr>
            </a:lvl6pPr>
            <a:lvl7pPr algn="l">
              <a:buNone/>
              <a:defRPr sz="1350" b="0">
                <a:solidFill>
                  <a:srgbClr val="536B7C"/>
                </a:solidFill>
                <a:latin typeface="Arial"/>
                <a:ea typeface="Arial"/>
                <a:cs typeface="Arial"/>
              </a:defRPr>
            </a:lvl7pPr>
            <a:lvl8pPr algn="l">
              <a:buNone/>
              <a:defRPr sz="1350" b="0">
                <a:solidFill>
                  <a:srgbClr val="536B7C"/>
                </a:solidFill>
                <a:latin typeface="Arial"/>
                <a:ea typeface="Arial"/>
                <a:cs typeface="Arial"/>
              </a:defRPr>
            </a:lvl8pPr>
            <a:lvl9pPr algn="l">
              <a:buNone/>
              <a:defRPr sz="1350" b="0">
                <a:solidFill>
                  <a:srgbClr val="536B7C"/>
                </a:solidFill>
                <a:latin typeface="Arial"/>
                <a:ea typeface="Arial"/>
                <a:cs typeface="Arial"/>
              </a:defRPr>
            </a:lvl9pPr>
          </a:lstStyle>
          <a:p xmlns:a="http://schemas.openxmlformats.org/drawingml/2006/main">
            <a:pPr algn="l">
              <a:buNone/>
              <a:defRPr sz="1350" b="0">
                <a:solidFill>
                  <a:srgbClr val="536B7C"/>
                </a:solidFill>
                <a:latin typeface="Arial"/>
                <a:ea typeface="Arial"/>
                <a:cs typeface="Arial"/>
              </a:defRPr>
            </a:pPr>
            <a:r>
              <a:rPr sz="1350" b="0">
                <a:solidFill>
                  <a:srgbClr val="536B7C"/>
                </a:solidFill>
                <a:latin typeface="Arial"/>
                <a:ea typeface="Arial"/>
                <a:cs typeface="Arial"/>
              </a:rPr>
              <a:t>Compare before and after using the shared test suite.</a:t>
            </a:r>
          </a:p>
        </p:txBody>
      </p:sp>
      <p:sp>
        <p:nvSpPr>
          <p:cNvPr id="20" name="">
            <a:extLst xmlns:a="http://schemas.openxmlformats.org/drawingml/2006/main">
              <a:ext uri="{FF2B5EF4-FFF2-40B4-BE49-F238E27FC236}">
                <a16:creationId xmlns:a16="http://schemas.microsoft.com/office/drawing/2014/main" id="{1FD8EE8F-3F86-49E5-BBDB-93E235C53551}"/>
              </a:ext>
            </a:extLst>
          </p:cNvPr>
          <p:cNvSpPr>
            <a:spLocks xmlns:a="http://schemas.openxmlformats.org/drawingml/2006/main" noGrp="1"/>
          </p:cNvSpPr>
          <p:nvPr/>
        </p:nvSpPr>
        <p:spPr>
          <a:xfrm xmlns:a="http://schemas.openxmlformats.org/drawingml/2006/main">
            <a:off x="704850" y="4638675"/>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875" b="1">
                <a:solidFill>
                  <a:srgbClr val="087F8C"/>
                </a:solidFill>
                <a:latin typeface="Arial"/>
                <a:ea typeface="Arial"/>
                <a:cs typeface="Arial"/>
              </a:defRPr>
            </a:defPPr>
            <a:lvl1pPr algn="l">
              <a:buNone/>
              <a:defRPr sz="1875" b="1">
                <a:solidFill>
                  <a:srgbClr val="087F8C"/>
                </a:solidFill>
                <a:latin typeface="Arial"/>
                <a:ea typeface="Arial"/>
                <a:cs typeface="Arial"/>
              </a:defRPr>
            </a:lvl1pPr>
            <a:lvl2pPr algn="l">
              <a:buNone/>
              <a:defRPr sz="1875" b="1">
                <a:solidFill>
                  <a:srgbClr val="087F8C"/>
                </a:solidFill>
                <a:latin typeface="Arial"/>
                <a:ea typeface="Arial"/>
                <a:cs typeface="Arial"/>
              </a:defRPr>
            </a:lvl2pPr>
            <a:lvl3pPr algn="l">
              <a:buNone/>
              <a:defRPr sz="1875" b="1">
                <a:solidFill>
                  <a:srgbClr val="087F8C"/>
                </a:solidFill>
                <a:latin typeface="Arial"/>
                <a:ea typeface="Arial"/>
                <a:cs typeface="Arial"/>
              </a:defRPr>
            </a:lvl3pPr>
            <a:lvl4pPr algn="l">
              <a:buNone/>
              <a:defRPr sz="1875" b="1">
                <a:solidFill>
                  <a:srgbClr val="087F8C"/>
                </a:solidFill>
                <a:latin typeface="Arial"/>
                <a:ea typeface="Arial"/>
                <a:cs typeface="Arial"/>
              </a:defRPr>
            </a:lvl4pPr>
            <a:lvl5pPr algn="l">
              <a:buNone/>
              <a:defRPr sz="1875" b="1">
                <a:solidFill>
                  <a:srgbClr val="087F8C"/>
                </a:solidFill>
                <a:latin typeface="Arial"/>
                <a:ea typeface="Arial"/>
                <a:cs typeface="Arial"/>
              </a:defRPr>
            </a:lvl5pPr>
            <a:lvl6pPr algn="l">
              <a:buNone/>
              <a:defRPr sz="1875" b="1">
                <a:solidFill>
                  <a:srgbClr val="087F8C"/>
                </a:solidFill>
                <a:latin typeface="Arial"/>
                <a:ea typeface="Arial"/>
                <a:cs typeface="Arial"/>
              </a:defRPr>
            </a:lvl6pPr>
            <a:lvl7pPr algn="l">
              <a:buNone/>
              <a:defRPr sz="1875" b="1">
                <a:solidFill>
                  <a:srgbClr val="087F8C"/>
                </a:solidFill>
                <a:latin typeface="Arial"/>
                <a:ea typeface="Arial"/>
                <a:cs typeface="Arial"/>
              </a:defRPr>
            </a:lvl7pPr>
            <a:lvl8pPr algn="l">
              <a:buNone/>
              <a:defRPr sz="1875" b="1">
                <a:solidFill>
                  <a:srgbClr val="087F8C"/>
                </a:solidFill>
                <a:latin typeface="Arial"/>
                <a:ea typeface="Arial"/>
                <a:cs typeface="Arial"/>
              </a:defRPr>
            </a:lvl8pPr>
            <a:lvl9pPr algn="l">
              <a:buNone/>
              <a:defRPr sz="1875" b="1">
                <a:solidFill>
                  <a:srgbClr val="087F8C"/>
                </a:solidFill>
                <a:latin typeface="Arial"/>
                <a:ea typeface="Arial"/>
                <a:cs typeface="Arial"/>
              </a:defRPr>
            </a:lvl9pPr>
          </a:lstStyle>
          <a:p xmlns:a="http://schemas.openxmlformats.org/drawingml/2006/main">
            <a:pPr algn="l">
              <a:buNone/>
              <a:defRPr sz="1875" b="1">
                <a:solidFill>
                  <a:srgbClr val="087F8C"/>
                </a:solidFill>
                <a:latin typeface="Arial"/>
                <a:ea typeface="Arial"/>
                <a:cs typeface="Arial"/>
              </a:defRPr>
            </a:pPr>
            <a:r>
              <a:rPr sz="1875" b="1">
                <a:solidFill>
                  <a:srgbClr val="087F8C"/>
                </a:solidFill>
                <a:latin typeface="Arial"/>
                <a:ea typeface="Arial"/>
                <a:cs typeface="Arial"/>
              </a:rPr>
              <a:t>Update-history answers: 0 / 4 before → 4 / 4 after</a:t>
            </a:r>
          </a:p>
        </p:txBody>
      </p:sp>
      <p:sp>
        <p:nvSpPr>
          <p:cNvPr id="21" name="">
            <a:extLst xmlns:a="http://schemas.openxmlformats.org/drawingml/2006/main">
              <a:ext uri="{FF2B5EF4-FFF2-40B4-BE49-F238E27FC236}">
                <a16:creationId xmlns:a16="http://schemas.microsoft.com/office/drawing/2014/main" id="{B1D8FB6D-F0A8-4DDE-AB48-51CCD24A390C}"/>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801F88F-374B-4E18-98A0-E336B15C7512}"/>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4 related synthetic histories · AI-assisted human review · development pilot, not general proof.</a:t>
            </a:r>
          </a:p>
        </p:txBody>
      </p:sp>
    </p:spTree>
    <p:extLst>
      <p:ext uri="{BB962C8B-B14F-4D97-AF65-F5344CB8AC3E}">
        <p14:creationId xmlns:p14="http://schemas.microsoft.com/office/powerpoint/2010/main" val="1866153497"/>
      </p:ext>
    </p:extLst>
  </p:cSld>
</p:sld>
</file>

<file path=ppt/slides/slide1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40D38A-4BEA-44E1-8A39-1FF870799A00}"/>
              </a:ext>
            </a:extLst>
          </p:cNvPr>
          <p:cNvSpPr>
            <a:spLocks xmlns:a="http://schemas.openxmlformats.org/drawingml/2006/main" noGrp="1"/>
          </p:cNvSpPr>
          <p:nvPr/>
        </p:nvSpPr>
        <p:spPr>
          <a:xfrm xmlns:a="http://schemas.openxmlformats.org/drawingml/2006/main">
            <a:off x="552450" y="361950"/>
            <a:ext cx="47625" cy="1905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453AE3-E409-4F1D-AB84-EA829D665ADC}"/>
              </a:ext>
            </a:extLst>
          </p:cNvPr>
          <p:cNvSpPr>
            <a:spLocks xmlns:a="http://schemas.openxmlformats.org/drawingml/2006/main" noGrp="1"/>
          </p:cNvSpPr>
          <p:nvPr/>
        </p:nvSpPr>
        <p:spPr>
          <a:xfrm xmlns:a="http://schemas.openxmlformats.org/drawingml/2006/main">
            <a:off x="714375" y="323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a:solidFill>
                  <a:srgbClr val="087F8C"/>
                </a:solidFill>
                <a:latin typeface="Arial"/>
                <a:ea typeface="Arial"/>
                <a:cs typeface="Arial"/>
              </a:defRPr>
            </a:defPPr>
            <a:lvl1pPr algn="l">
              <a:buNone/>
              <a:defRPr sz="1125" b="1">
                <a:solidFill>
                  <a:srgbClr val="087F8C"/>
                </a:solidFill>
                <a:latin typeface="Arial"/>
                <a:ea typeface="Arial"/>
                <a:cs typeface="Arial"/>
              </a:defRPr>
            </a:lvl1pPr>
            <a:lvl2pPr algn="l">
              <a:buNone/>
              <a:defRPr sz="1125" b="1">
                <a:solidFill>
                  <a:srgbClr val="087F8C"/>
                </a:solidFill>
                <a:latin typeface="Arial"/>
                <a:ea typeface="Arial"/>
                <a:cs typeface="Arial"/>
              </a:defRPr>
            </a:lvl2pPr>
            <a:lvl3pPr algn="l">
              <a:buNone/>
              <a:defRPr sz="1125" b="1">
                <a:solidFill>
                  <a:srgbClr val="087F8C"/>
                </a:solidFill>
                <a:latin typeface="Arial"/>
                <a:ea typeface="Arial"/>
                <a:cs typeface="Arial"/>
              </a:defRPr>
            </a:lvl3pPr>
            <a:lvl4pPr algn="l">
              <a:buNone/>
              <a:defRPr sz="1125" b="1">
                <a:solidFill>
                  <a:srgbClr val="087F8C"/>
                </a:solidFill>
                <a:latin typeface="Arial"/>
                <a:ea typeface="Arial"/>
                <a:cs typeface="Arial"/>
              </a:defRPr>
            </a:lvl4pPr>
            <a:lvl5pPr algn="l">
              <a:buNone/>
              <a:defRPr sz="1125" b="1">
                <a:solidFill>
                  <a:srgbClr val="087F8C"/>
                </a:solidFill>
                <a:latin typeface="Arial"/>
                <a:ea typeface="Arial"/>
                <a:cs typeface="Arial"/>
              </a:defRPr>
            </a:lvl5pPr>
            <a:lvl6pPr algn="l">
              <a:buNone/>
              <a:defRPr sz="1125" b="1">
                <a:solidFill>
                  <a:srgbClr val="087F8C"/>
                </a:solidFill>
                <a:latin typeface="Arial"/>
                <a:ea typeface="Arial"/>
                <a:cs typeface="Arial"/>
              </a:defRPr>
            </a:lvl6pPr>
            <a:lvl7pPr algn="l">
              <a:buNone/>
              <a:defRPr sz="1125" b="1">
                <a:solidFill>
                  <a:srgbClr val="087F8C"/>
                </a:solidFill>
                <a:latin typeface="Arial"/>
                <a:ea typeface="Arial"/>
                <a:cs typeface="Arial"/>
              </a:defRPr>
            </a:lvl7pPr>
            <a:lvl8pPr algn="l">
              <a:buNone/>
              <a:defRPr sz="1125" b="1">
                <a:solidFill>
                  <a:srgbClr val="087F8C"/>
                </a:solidFill>
                <a:latin typeface="Arial"/>
                <a:ea typeface="Arial"/>
                <a:cs typeface="Arial"/>
              </a:defRPr>
            </a:lvl8pPr>
            <a:lvl9pPr algn="l">
              <a:buNone/>
              <a:defRPr sz="1125" b="1">
                <a:solidFill>
                  <a:srgbClr val="087F8C"/>
                </a:solidFill>
                <a:latin typeface="Arial"/>
                <a:ea typeface="Arial"/>
                <a:cs typeface="Arial"/>
              </a:defRPr>
            </a:lvl9pPr>
          </a:lstStyle>
          <a:p xmlns:a="http://schemas.openxmlformats.org/drawingml/2006/main">
            <a:pPr algn="l">
              <a:buNone/>
              <a:defRPr sz="1125" b="1">
                <a:solidFill>
                  <a:srgbClr val="087F8C"/>
                </a:solidFill>
                <a:latin typeface="Arial"/>
                <a:ea typeface="Arial"/>
                <a:cs typeface="Arial"/>
              </a:defRPr>
            </a:pPr>
            <a:r>
              <a:rPr sz="1125" b="1">
                <a:solidFill>
                  <a:srgbClr val="087F8C"/>
                </a:solidFill>
                <a:latin typeface="Arial"/>
                <a:ea typeface="Arial"/>
                <a:cs typeface="Arial"/>
              </a:rPr>
              <a:t>SPEAKER 4     •     13</a:t>
            </a:r>
          </a:p>
        </p:txBody>
      </p:sp>
      <p:sp>
        <p:nvSpPr>
          <p:cNvPr id="3" name="">
            <a:extLst xmlns:a="http://schemas.openxmlformats.org/drawingml/2006/main">
              <a:ext uri="{FF2B5EF4-FFF2-40B4-BE49-F238E27FC236}">
                <a16:creationId xmlns:a16="http://schemas.microsoft.com/office/drawing/2014/main" id="{4D9CDF67-DF86-4757-BCF3-44FA984879F2}"/>
              </a:ext>
            </a:extLst>
          </p:cNvPr>
          <p:cNvSpPr>
            <a:spLocks xmlns:a="http://schemas.openxmlformats.org/drawingml/2006/main" noGrp="1"/>
          </p:cNvSpPr>
          <p:nvPr/>
        </p:nvSpPr>
        <p:spPr>
          <a:xfrm xmlns:a="http://schemas.openxmlformats.org/drawingml/2006/main">
            <a:off x="552450" y="733425"/>
            <a:ext cx="1100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a:solidFill>
                  <a:srgbClr val="152B3C"/>
                </a:solidFill>
                <a:latin typeface="Arial"/>
                <a:ea typeface="Arial"/>
                <a:cs typeface="Arial"/>
              </a:defRPr>
            </a:defPPr>
            <a:lvl1pPr algn="l">
              <a:buNone/>
              <a:defRPr sz="2550" b="1">
                <a:solidFill>
                  <a:srgbClr val="152B3C"/>
                </a:solidFill>
                <a:latin typeface="Arial"/>
                <a:ea typeface="Arial"/>
                <a:cs typeface="Arial"/>
              </a:defRPr>
            </a:lvl1pPr>
            <a:lvl2pPr algn="l">
              <a:buNone/>
              <a:defRPr sz="2550" b="1">
                <a:solidFill>
                  <a:srgbClr val="152B3C"/>
                </a:solidFill>
                <a:latin typeface="Arial"/>
                <a:ea typeface="Arial"/>
                <a:cs typeface="Arial"/>
              </a:defRPr>
            </a:lvl2pPr>
            <a:lvl3pPr algn="l">
              <a:buNone/>
              <a:defRPr sz="2550" b="1">
                <a:solidFill>
                  <a:srgbClr val="152B3C"/>
                </a:solidFill>
                <a:latin typeface="Arial"/>
                <a:ea typeface="Arial"/>
                <a:cs typeface="Arial"/>
              </a:defRPr>
            </a:lvl3pPr>
            <a:lvl4pPr algn="l">
              <a:buNone/>
              <a:defRPr sz="2550" b="1">
                <a:solidFill>
                  <a:srgbClr val="152B3C"/>
                </a:solidFill>
                <a:latin typeface="Arial"/>
                <a:ea typeface="Arial"/>
                <a:cs typeface="Arial"/>
              </a:defRPr>
            </a:lvl4pPr>
            <a:lvl5pPr algn="l">
              <a:buNone/>
              <a:defRPr sz="2550" b="1">
                <a:solidFill>
                  <a:srgbClr val="152B3C"/>
                </a:solidFill>
                <a:latin typeface="Arial"/>
                <a:ea typeface="Arial"/>
                <a:cs typeface="Arial"/>
              </a:defRPr>
            </a:lvl5pPr>
            <a:lvl6pPr algn="l">
              <a:buNone/>
              <a:defRPr sz="2550" b="1">
                <a:solidFill>
                  <a:srgbClr val="152B3C"/>
                </a:solidFill>
                <a:latin typeface="Arial"/>
                <a:ea typeface="Arial"/>
                <a:cs typeface="Arial"/>
              </a:defRPr>
            </a:lvl6pPr>
            <a:lvl7pPr algn="l">
              <a:buNone/>
              <a:defRPr sz="2550" b="1">
                <a:solidFill>
                  <a:srgbClr val="152B3C"/>
                </a:solidFill>
                <a:latin typeface="Arial"/>
                <a:ea typeface="Arial"/>
                <a:cs typeface="Arial"/>
              </a:defRPr>
            </a:lvl7pPr>
            <a:lvl8pPr algn="l">
              <a:buNone/>
              <a:defRPr sz="2550" b="1">
                <a:solidFill>
                  <a:srgbClr val="152B3C"/>
                </a:solidFill>
                <a:latin typeface="Arial"/>
                <a:ea typeface="Arial"/>
                <a:cs typeface="Arial"/>
              </a:defRPr>
            </a:lvl8pPr>
            <a:lvl9pPr algn="l">
              <a:buNone/>
              <a:defRPr sz="2550" b="1">
                <a:solidFill>
                  <a:srgbClr val="152B3C"/>
                </a:solidFill>
                <a:latin typeface="Arial"/>
                <a:ea typeface="Arial"/>
                <a:cs typeface="Arial"/>
              </a:defRPr>
            </a:lvl9pPr>
          </a:lstStyle>
          <a:p xmlns:a="http://schemas.openxmlformats.org/drawingml/2006/main">
            <a:pPr algn="l">
              <a:buNone/>
              <a:defRPr sz="2550" b="1">
                <a:solidFill>
                  <a:srgbClr val="152B3C"/>
                </a:solidFill>
                <a:latin typeface="Arial"/>
                <a:ea typeface="Arial"/>
                <a:cs typeface="Arial"/>
              </a:defRPr>
            </a:pPr>
            <a:r>
              <a:rPr sz="2550" b="1">
                <a:solidFill>
                  <a:srgbClr val="152B3C"/>
                </a:solidFill>
                <a:latin typeface="Arial"/>
                <a:ea typeface="Arial"/>
                <a:cs typeface="Arial"/>
              </a:rPr>
              <a:t>What we learned and what comes next</a:t>
            </a:r>
          </a:p>
        </p:txBody>
      </p:sp>
      <p:sp>
        <p:nvSpPr>
          <p:cNvPr id="4" name="">
            <a:extLst xmlns:a="http://schemas.openxmlformats.org/drawingml/2006/main">
              <a:ext uri="{FF2B5EF4-FFF2-40B4-BE49-F238E27FC236}">
                <a16:creationId xmlns:a16="http://schemas.microsoft.com/office/drawing/2014/main" id="{FA0B1E87-E2D9-47A3-BBE7-FDC9E9964DD3}"/>
              </a:ext>
            </a:extLst>
          </p:cNvPr>
          <p:cNvSpPr>
            <a:spLocks xmlns:a="http://schemas.openxmlformats.org/drawingml/2006/main" noGrp="1"/>
          </p:cNvSpPr>
          <p:nvPr/>
        </p:nvSpPr>
        <p:spPr>
          <a:xfrm xmlns:a="http://schemas.openxmlformats.org/drawingml/2006/main">
            <a:off x="571500" y="1362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a:solidFill>
                  <a:srgbClr val="536B7C"/>
                </a:solidFill>
                <a:latin typeface="Arial"/>
                <a:ea typeface="Arial"/>
                <a:cs typeface="Arial"/>
              </a:defRPr>
            </a:defPPr>
            <a:lvl1pPr algn="l">
              <a:buNone/>
              <a:defRPr sz="1425" b="0">
                <a:solidFill>
                  <a:srgbClr val="536B7C"/>
                </a:solidFill>
                <a:latin typeface="Arial"/>
                <a:ea typeface="Arial"/>
                <a:cs typeface="Arial"/>
              </a:defRPr>
            </a:lvl1pPr>
            <a:lvl2pPr algn="l">
              <a:buNone/>
              <a:defRPr sz="1425" b="0">
                <a:solidFill>
                  <a:srgbClr val="536B7C"/>
                </a:solidFill>
                <a:latin typeface="Arial"/>
                <a:ea typeface="Arial"/>
                <a:cs typeface="Arial"/>
              </a:defRPr>
            </a:lvl2pPr>
            <a:lvl3pPr algn="l">
              <a:buNone/>
              <a:defRPr sz="1425" b="0">
                <a:solidFill>
                  <a:srgbClr val="536B7C"/>
                </a:solidFill>
                <a:latin typeface="Arial"/>
                <a:ea typeface="Arial"/>
                <a:cs typeface="Arial"/>
              </a:defRPr>
            </a:lvl3pPr>
            <a:lvl4pPr algn="l">
              <a:buNone/>
              <a:defRPr sz="1425" b="0">
                <a:solidFill>
                  <a:srgbClr val="536B7C"/>
                </a:solidFill>
                <a:latin typeface="Arial"/>
                <a:ea typeface="Arial"/>
                <a:cs typeface="Arial"/>
              </a:defRPr>
            </a:lvl4pPr>
            <a:lvl5pPr algn="l">
              <a:buNone/>
              <a:defRPr sz="1425" b="0">
                <a:solidFill>
                  <a:srgbClr val="536B7C"/>
                </a:solidFill>
                <a:latin typeface="Arial"/>
                <a:ea typeface="Arial"/>
                <a:cs typeface="Arial"/>
              </a:defRPr>
            </a:lvl5pPr>
            <a:lvl6pPr algn="l">
              <a:buNone/>
              <a:defRPr sz="1425" b="0">
                <a:solidFill>
                  <a:srgbClr val="536B7C"/>
                </a:solidFill>
                <a:latin typeface="Arial"/>
                <a:ea typeface="Arial"/>
                <a:cs typeface="Arial"/>
              </a:defRPr>
            </a:lvl6pPr>
            <a:lvl7pPr algn="l">
              <a:buNone/>
              <a:defRPr sz="1425" b="0">
                <a:solidFill>
                  <a:srgbClr val="536B7C"/>
                </a:solidFill>
                <a:latin typeface="Arial"/>
                <a:ea typeface="Arial"/>
                <a:cs typeface="Arial"/>
              </a:defRPr>
            </a:lvl7pPr>
            <a:lvl8pPr algn="l">
              <a:buNone/>
              <a:defRPr sz="1425" b="0">
                <a:solidFill>
                  <a:srgbClr val="536B7C"/>
                </a:solidFill>
                <a:latin typeface="Arial"/>
                <a:ea typeface="Arial"/>
                <a:cs typeface="Arial"/>
              </a:defRPr>
            </a:lvl8pPr>
            <a:lvl9pPr algn="l">
              <a:buNone/>
              <a:defRPr sz="1425" b="0">
                <a:solidFill>
                  <a:srgbClr val="536B7C"/>
                </a:solidFill>
                <a:latin typeface="Arial"/>
                <a:ea typeface="Arial"/>
                <a:cs typeface="Arial"/>
              </a:defRPr>
            </a:lvl9pPr>
          </a:lstStyle>
          <a:p xmlns:a="http://schemas.openxmlformats.org/drawingml/2006/main">
            <a:pPr algn="l">
              <a:buNone/>
              <a:defRPr sz="1425" b="0">
                <a:solidFill>
                  <a:srgbClr val="536B7C"/>
                </a:solidFill>
                <a:latin typeface="Arial"/>
                <a:ea typeface="Arial"/>
                <a:cs typeface="Arial"/>
              </a:defRPr>
            </a:pPr>
            <a:r>
              <a:rPr sz="1425" b="0">
                <a:solidFill>
                  <a:srgbClr val="536B7C"/>
                </a:solidFill>
                <a:latin typeface="Arial"/>
                <a:ea typeface="Arial"/>
                <a:cs typeface="Arial"/>
              </a:rPr>
              <a:t>Evidence supports a useful workflow, with clear remaining limits.</a:t>
            </a:r>
          </a:p>
        </p:txBody>
      </p:sp>
      <p:sp>
        <p:nvSpPr>
          <p:cNvPr id="5" name="">
            <a:extLst xmlns:a="http://schemas.openxmlformats.org/drawingml/2006/main">
              <a:ext uri="{FF2B5EF4-FFF2-40B4-BE49-F238E27FC236}">
                <a16:creationId xmlns:a16="http://schemas.microsoft.com/office/drawing/2014/main" id="{D5036EF4-8477-4BF4-B88C-DDFD4B5B5AEE}"/>
              </a:ext>
            </a:extLst>
          </p:cNvPr>
          <p:cNvSpPr>
            <a:spLocks xmlns:a="http://schemas.openxmlformats.org/drawingml/2006/main" noGrp="1"/>
          </p:cNvSpPr>
          <p:nvPr/>
        </p:nvSpPr>
        <p:spPr>
          <a:xfrm xmlns:a="http://schemas.openxmlformats.org/drawingml/2006/main">
            <a:off x="714375" y="20764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087F8C"/>
                </a:solidFill>
                <a:latin typeface="Arial"/>
                <a:ea typeface="Arial"/>
                <a:cs typeface="Arial"/>
              </a:defRPr>
            </a:defPPr>
            <a:lvl1pPr algn="l">
              <a:buNone/>
              <a:defRPr sz="1725" b="1">
                <a:solidFill>
                  <a:srgbClr val="087F8C"/>
                </a:solidFill>
                <a:latin typeface="Arial"/>
                <a:ea typeface="Arial"/>
                <a:cs typeface="Arial"/>
              </a:defRPr>
            </a:lvl1pPr>
            <a:lvl2pPr algn="l">
              <a:buNone/>
              <a:defRPr sz="1725" b="1">
                <a:solidFill>
                  <a:srgbClr val="087F8C"/>
                </a:solidFill>
                <a:latin typeface="Arial"/>
                <a:ea typeface="Arial"/>
                <a:cs typeface="Arial"/>
              </a:defRPr>
            </a:lvl2pPr>
            <a:lvl3pPr algn="l">
              <a:buNone/>
              <a:defRPr sz="1725" b="1">
                <a:solidFill>
                  <a:srgbClr val="087F8C"/>
                </a:solidFill>
                <a:latin typeface="Arial"/>
                <a:ea typeface="Arial"/>
                <a:cs typeface="Arial"/>
              </a:defRPr>
            </a:lvl3pPr>
            <a:lvl4pPr algn="l">
              <a:buNone/>
              <a:defRPr sz="1725" b="1">
                <a:solidFill>
                  <a:srgbClr val="087F8C"/>
                </a:solidFill>
                <a:latin typeface="Arial"/>
                <a:ea typeface="Arial"/>
                <a:cs typeface="Arial"/>
              </a:defRPr>
            </a:lvl4pPr>
            <a:lvl5pPr algn="l">
              <a:buNone/>
              <a:defRPr sz="1725" b="1">
                <a:solidFill>
                  <a:srgbClr val="087F8C"/>
                </a:solidFill>
                <a:latin typeface="Arial"/>
                <a:ea typeface="Arial"/>
                <a:cs typeface="Arial"/>
              </a:defRPr>
            </a:lvl5pPr>
            <a:lvl6pPr algn="l">
              <a:buNone/>
              <a:defRPr sz="1725" b="1">
                <a:solidFill>
                  <a:srgbClr val="087F8C"/>
                </a:solidFill>
                <a:latin typeface="Arial"/>
                <a:ea typeface="Arial"/>
                <a:cs typeface="Arial"/>
              </a:defRPr>
            </a:lvl6pPr>
            <a:lvl7pPr algn="l">
              <a:buNone/>
              <a:defRPr sz="1725" b="1">
                <a:solidFill>
                  <a:srgbClr val="087F8C"/>
                </a:solidFill>
                <a:latin typeface="Arial"/>
                <a:ea typeface="Arial"/>
                <a:cs typeface="Arial"/>
              </a:defRPr>
            </a:lvl7pPr>
            <a:lvl8pPr algn="l">
              <a:buNone/>
              <a:defRPr sz="1725" b="1">
                <a:solidFill>
                  <a:srgbClr val="087F8C"/>
                </a:solidFill>
                <a:latin typeface="Arial"/>
                <a:ea typeface="Arial"/>
                <a:cs typeface="Arial"/>
              </a:defRPr>
            </a:lvl8pPr>
            <a:lvl9pPr algn="l">
              <a:buNone/>
              <a:defRPr sz="1725" b="1">
                <a:solidFill>
                  <a:srgbClr val="087F8C"/>
                </a:solidFill>
                <a:latin typeface="Arial"/>
                <a:ea typeface="Arial"/>
                <a:cs typeface="Arial"/>
              </a:defRPr>
            </a:lvl9pPr>
          </a:lstStyle>
          <a:p xmlns:a="http://schemas.openxmlformats.org/drawingml/2006/main">
            <a:pPr algn="l">
              <a:buNone/>
              <a:defRPr sz="1725" b="1">
                <a:solidFill>
                  <a:srgbClr val="087F8C"/>
                </a:solidFill>
                <a:latin typeface="Arial"/>
                <a:ea typeface="Arial"/>
                <a:cs typeface="Arial"/>
              </a:defRPr>
            </a:pPr>
            <a:r>
              <a:rPr sz="1725" b="1">
                <a:solidFill>
                  <a:srgbClr val="087F8C"/>
                </a:solidFill>
                <a:latin typeface="Arial"/>
                <a:ea typeface="Arial"/>
                <a:cs typeface="Arial"/>
              </a:rPr>
              <a:t>What the results show</a:t>
            </a:r>
          </a:p>
        </p:txBody>
      </p:sp>
      <p:sp>
        <p:nvSpPr>
          <p:cNvPr id="6" name="">
            <a:extLst xmlns:a="http://schemas.openxmlformats.org/drawingml/2006/main">
              <a:ext uri="{FF2B5EF4-FFF2-40B4-BE49-F238E27FC236}">
                <a16:creationId xmlns:a16="http://schemas.microsoft.com/office/drawing/2014/main" id="{6A2B0FB0-3F4D-4831-907B-BCBF1A8B23E4}"/>
              </a:ext>
            </a:extLst>
          </p:cNvPr>
          <p:cNvSpPr>
            <a:spLocks xmlns:a="http://schemas.openxmlformats.org/drawingml/2006/main" noGrp="1"/>
          </p:cNvSpPr>
          <p:nvPr/>
        </p:nvSpPr>
        <p:spPr>
          <a:xfrm xmlns:a="http://schemas.openxmlformats.org/drawingml/2006/main">
            <a:off x="714375" y="257175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0">
                <a:solidFill>
                  <a:srgbClr val="152B3C"/>
                </a:solidFill>
                <a:latin typeface="Arial"/>
                <a:ea typeface="Arial"/>
                <a:cs typeface="Arial"/>
              </a:defRPr>
            </a:defPPr>
            <a:lvl1pPr algn="l">
              <a:buNone/>
              <a:defRPr sz="1725" b="0">
                <a:solidFill>
                  <a:srgbClr val="152B3C"/>
                </a:solidFill>
                <a:latin typeface="Arial"/>
                <a:ea typeface="Arial"/>
                <a:cs typeface="Arial"/>
              </a:defRPr>
            </a:lvl1pPr>
            <a:lvl2pPr algn="l">
              <a:buNone/>
              <a:defRPr sz="1725" b="0">
                <a:solidFill>
                  <a:srgbClr val="152B3C"/>
                </a:solidFill>
                <a:latin typeface="Arial"/>
                <a:ea typeface="Arial"/>
                <a:cs typeface="Arial"/>
              </a:defRPr>
            </a:lvl2pPr>
            <a:lvl3pPr algn="l">
              <a:buNone/>
              <a:defRPr sz="1725" b="0">
                <a:solidFill>
                  <a:srgbClr val="152B3C"/>
                </a:solidFill>
                <a:latin typeface="Arial"/>
                <a:ea typeface="Arial"/>
                <a:cs typeface="Arial"/>
              </a:defRPr>
            </a:lvl3pPr>
            <a:lvl4pPr algn="l">
              <a:buNone/>
              <a:defRPr sz="1725" b="0">
                <a:solidFill>
                  <a:srgbClr val="152B3C"/>
                </a:solidFill>
                <a:latin typeface="Arial"/>
                <a:ea typeface="Arial"/>
                <a:cs typeface="Arial"/>
              </a:defRPr>
            </a:lvl4pPr>
            <a:lvl5pPr algn="l">
              <a:buNone/>
              <a:defRPr sz="1725" b="0">
                <a:solidFill>
                  <a:srgbClr val="152B3C"/>
                </a:solidFill>
                <a:latin typeface="Arial"/>
                <a:ea typeface="Arial"/>
                <a:cs typeface="Arial"/>
              </a:defRPr>
            </a:lvl5pPr>
            <a:lvl6pPr algn="l">
              <a:buNone/>
              <a:defRPr sz="1725" b="0">
                <a:solidFill>
                  <a:srgbClr val="152B3C"/>
                </a:solidFill>
                <a:latin typeface="Arial"/>
                <a:ea typeface="Arial"/>
                <a:cs typeface="Arial"/>
              </a:defRPr>
            </a:lvl6pPr>
            <a:lvl7pPr algn="l">
              <a:buNone/>
              <a:defRPr sz="1725" b="0">
                <a:solidFill>
                  <a:srgbClr val="152B3C"/>
                </a:solidFill>
                <a:latin typeface="Arial"/>
                <a:ea typeface="Arial"/>
                <a:cs typeface="Arial"/>
              </a:defRPr>
            </a:lvl7pPr>
            <a:lvl8pPr algn="l">
              <a:buNone/>
              <a:defRPr sz="1725" b="0">
                <a:solidFill>
                  <a:srgbClr val="152B3C"/>
                </a:solidFill>
                <a:latin typeface="Arial"/>
                <a:ea typeface="Arial"/>
                <a:cs typeface="Arial"/>
              </a:defRPr>
            </a:lvl8pPr>
            <a:lvl9pPr algn="l">
              <a:buNone/>
              <a:defRPr sz="1725" b="0">
                <a:solidFill>
                  <a:srgbClr val="152B3C"/>
                </a:solidFill>
                <a:latin typeface="Arial"/>
                <a:ea typeface="Arial"/>
                <a:cs typeface="Arial"/>
              </a:defRPr>
            </a:lvl9pPr>
          </a:lstStyle>
          <a:p xmlns:a="http://schemas.openxmlformats.org/drawingml/2006/main">
            <a:pPr algn="l">
              <a:buNone/>
              <a:defRPr sz="1725" b="0">
                <a:solidFill>
                  <a:srgbClr val="152B3C"/>
                </a:solidFill>
                <a:latin typeface="Arial"/>
                <a:ea typeface="Arial"/>
                <a:cs typeface="Arial"/>
              </a:defRPr>
            </a:pPr>
            <a:r>
              <a:rPr sz="1725" b="0">
                <a:solidFill>
                  <a:srgbClr val="152B3C"/>
                </a:solidFill>
                <a:latin typeface="Arial"/>
                <a:ea typeface="Arial"/>
                <a:cs typeface="Arial"/>
              </a:rPr>
              <a:t>The Auditor can expose and compare failures. Its newer scorer improved on the selected paired sample.</a:t>
            </a:r>
          </a:p>
        </p:txBody>
      </p:sp>
      <p:sp>
        <p:nvSpPr>
          <p:cNvPr id="7" name="">
            <a:extLst xmlns:a="http://schemas.openxmlformats.org/drawingml/2006/main">
              <a:ext uri="{FF2B5EF4-FFF2-40B4-BE49-F238E27FC236}">
                <a16:creationId xmlns:a16="http://schemas.microsoft.com/office/drawing/2014/main" id="{3B40AA7F-1A98-4011-9ED4-1A7A5B6B73A3}"/>
              </a:ext>
            </a:extLst>
          </p:cNvPr>
          <p:cNvSpPr>
            <a:spLocks xmlns:a="http://schemas.openxmlformats.org/drawingml/2006/main" noGrp="1"/>
          </p:cNvSpPr>
          <p:nvPr/>
        </p:nvSpPr>
        <p:spPr>
          <a:xfrm xmlns:a="http://schemas.openxmlformats.org/drawingml/2006/main">
            <a:off x="714375" y="3714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a:solidFill>
                  <a:srgbClr val="087F8C"/>
                </a:solidFill>
                <a:latin typeface="Arial"/>
                <a:ea typeface="Arial"/>
                <a:cs typeface="Arial"/>
              </a:defRPr>
            </a:defPPr>
            <a:lvl1pPr algn="l">
              <a:buNone/>
              <a:defRPr sz="1725" b="1">
                <a:solidFill>
                  <a:srgbClr val="087F8C"/>
                </a:solidFill>
                <a:latin typeface="Arial"/>
                <a:ea typeface="Arial"/>
                <a:cs typeface="Arial"/>
              </a:defRPr>
            </a:lvl1pPr>
            <a:lvl2pPr algn="l">
              <a:buNone/>
              <a:defRPr sz="1725" b="1">
                <a:solidFill>
                  <a:srgbClr val="087F8C"/>
                </a:solidFill>
                <a:latin typeface="Arial"/>
                <a:ea typeface="Arial"/>
                <a:cs typeface="Arial"/>
              </a:defRPr>
            </a:lvl2pPr>
            <a:lvl3pPr algn="l">
              <a:buNone/>
              <a:defRPr sz="1725" b="1">
                <a:solidFill>
                  <a:srgbClr val="087F8C"/>
                </a:solidFill>
                <a:latin typeface="Arial"/>
                <a:ea typeface="Arial"/>
                <a:cs typeface="Arial"/>
              </a:defRPr>
            </a:lvl3pPr>
            <a:lvl4pPr algn="l">
              <a:buNone/>
              <a:defRPr sz="1725" b="1">
                <a:solidFill>
                  <a:srgbClr val="087F8C"/>
                </a:solidFill>
                <a:latin typeface="Arial"/>
                <a:ea typeface="Arial"/>
                <a:cs typeface="Arial"/>
              </a:defRPr>
            </a:lvl4pPr>
            <a:lvl5pPr algn="l">
              <a:buNone/>
              <a:defRPr sz="1725" b="1">
                <a:solidFill>
                  <a:srgbClr val="087F8C"/>
                </a:solidFill>
                <a:latin typeface="Arial"/>
                <a:ea typeface="Arial"/>
                <a:cs typeface="Arial"/>
              </a:defRPr>
            </a:lvl5pPr>
            <a:lvl6pPr algn="l">
              <a:buNone/>
              <a:defRPr sz="1725" b="1">
                <a:solidFill>
                  <a:srgbClr val="087F8C"/>
                </a:solidFill>
                <a:latin typeface="Arial"/>
                <a:ea typeface="Arial"/>
                <a:cs typeface="Arial"/>
              </a:defRPr>
            </a:lvl6pPr>
            <a:lvl7pPr algn="l">
              <a:buNone/>
              <a:defRPr sz="1725" b="1">
                <a:solidFill>
                  <a:srgbClr val="087F8C"/>
                </a:solidFill>
                <a:latin typeface="Arial"/>
                <a:ea typeface="Arial"/>
                <a:cs typeface="Arial"/>
              </a:defRPr>
            </a:lvl7pPr>
            <a:lvl8pPr algn="l">
              <a:buNone/>
              <a:defRPr sz="1725" b="1">
                <a:solidFill>
                  <a:srgbClr val="087F8C"/>
                </a:solidFill>
                <a:latin typeface="Arial"/>
                <a:ea typeface="Arial"/>
                <a:cs typeface="Arial"/>
              </a:defRPr>
            </a:lvl8pPr>
            <a:lvl9pPr algn="l">
              <a:buNone/>
              <a:defRPr sz="1725" b="1">
                <a:solidFill>
                  <a:srgbClr val="087F8C"/>
                </a:solidFill>
                <a:latin typeface="Arial"/>
                <a:ea typeface="Arial"/>
                <a:cs typeface="Arial"/>
              </a:defRPr>
            </a:lvl9pPr>
          </a:lstStyle>
          <a:p xmlns:a="http://schemas.openxmlformats.org/drawingml/2006/main">
            <a:pPr algn="l">
              <a:buNone/>
              <a:defRPr sz="1725" b="1">
                <a:solidFill>
                  <a:srgbClr val="087F8C"/>
                </a:solidFill>
                <a:latin typeface="Arial"/>
                <a:ea typeface="Arial"/>
                <a:cs typeface="Arial"/>
              </a:defRPr>
            </a:pPr>
            <a:r>
              <a:rPr sz="1725" b="1">
                <a:solidFill>
                  <a:srgbClr val="087F8C"/>
                </a:solidFill>
                <a:latin typeface="Arial"/>
                <a:ea typeface="Arial"/>
                <a:cs typeface="Arial"/>
              </a:rPr>
              <a:t>What we will improve</a:t>
            </a:r>
          </a:p>
        </p:txBody>
      </p:sp>
      <p:sp>
        <p:nvSpPr>
          <p:cNvPr id="8" name="">
            <a:extLst xmlns:a="http://schemas.openxmlformats.org/drawingml/2006/main">
              <a:ext uri="{FF2B5EF4-FFF2-40B4-BE49-F238E27FC236}">
                <a16:creationId xmlns:a16="http://schemas.microsoft.com/office/drawing/2014/main" id="{2BFAC234-7A67-46E1-AA4F-4E7E2A442F7E}"/>
              </a:ext>
            </a:extLst>
          </p:cNvPr>
          <p:cNvSpPr>
            <a:spLocks xmlns:a="http://schemas.openxmlformats.org/drawingml/2006/main" noGrp="1"/>
          </p:cNvSpPr>
          <p:nvPr/>
        </p:nvSpPr>
        <p:spPr>
          <a:xfrm xmlns:a="http://schemas.openxmlformats.org/drawingml/2006/main">
            <a:off x="714375" y="419100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0">
                <a:solidFill>
                  <a:srgbClr val="152B3C"/>
                </a:solidFill>
                <a:latin typeface="Arial"/>
                <a:ea typeface="Arial"/>
                <a:cs typeface="Arial"/>
              </a:defRPr>
            </a:defPPr>
            <a:lvl1pPr algn="l">
              <a:buNone/>
              <a:defRPr sz="1725" b="0">
                <a:solidFill>
                  <a:srgbClr val="152B3C"/>
                </a:solidFill>
                <a:latin typeface="Arial"/>
                <a:ea typeface="Arial"/>
                <a:cs typeface="Arial"/>
              </a:defRPr>
            </a:lvl1pPr>
            <a:lvl2pPr algn="l">
              <a:buNone/>
              <a:defRPr sz="1725" b="0">
                <a:solidFill>
                  <a:srgbClr val="152B3C"/>
                </a:solidFill>
                <a:latin typeface="Arial"/>
                <a:ea typeface="Arial"/>
                <a:cs typeface="Arial"/>
              </a:defRPr>
            </a:lvl2pPr>
            <a:lvl3pPr algn="l">
              <a:buNone/>
              <a:defRPr sz="1725" b="0">
                <a:solidFill>
                  <a:srgbClr val="152B3C"/>
                </a:solidFill>
                <a:latin typeface="Arial"/>
                <a:ea typeface="Arial"/>
                <a:cs typeface="Arial"/>
              </a:defRPr>
            </a:lvl3pPr>
            <a:lvl4pPr algn="l">
              <a:buNone/>
              <a:defRPr sz="1725" b="0">
                <a:solidFill>
                  <a:srgbClr val="152B3C"/>
                </a:solidFill>
                <a:latin typeface="Arial"/>
                <a:ea typeface="Arial"/>
                <a:cs typeface="Arial"/>
              </a:defRPr>
            </a:lvl4pPr>
            <a:lvl5pPr algn="l">
              <a:buNone/>
              <a:defRPr sz="1725" b="0">
                <a:solidFill>
                  <a:srgbClr val="152B3C"/>
                </a:solidFill>
                <a:latin typeface="Arial"/>
                <a:ea typeface="Arial"/>
                <a:cs typeface="Arial"/>
              </a:defRPr>
            </a:lvl5pPr>
            <a:lvl6pPr algn="l">
              <a:buNone/>
              <a:defRPr sz="1725" b="0">
                <a:solidFill>
                  <a:srgbClr val="152B3C"/>
                </a:solidFill>
                <a:latin typeface="Arial"/>
                <a:ea typeface="Arial"/>
                <a:cs typeface="Arial"/>
              </a:defRPr>
            </a:lvl6pPr>
            <a:lvl7pPr algn="l">
              <a:buNone/>
              <a:defRPr sz="1725" b="0">
                <a:solidFill>
                  <a:srgbClr val="152B3C"/>
                </a:solidFill>
                <a:latin typeface="Arial"/>
                <a:ea typeface="Arial"/>
                <a:cs typeface="Arial"/>
              </a:defRPr>
            </a:lvl7pPr>
            <a:lvl8pPr algn="l">
              <a:buNone/>
              <a:defRPr sz="1725" b="0">
                <a:solidFill>
                  <a:srgbClr val="152B3C"/>
                </a:solidFill>
                <a:latin typeface="Arial"/>
                <a:ea typeface="Arial"/>
                <a:cs typeface="Arial"/>
              </a:defRPr>
            </a:lvl8pPr>
            <a:lvl9pPr algn="l">
              <a:buNone/>
              <a:defRPr sz="1725" b="0">
                <a:solidFill>
                  <a:srgbClr val="152B3C"/>
                </a:solidFill>
                <a:latin typeface="Arial"/>
                <a:ea typeface="Arial"/>
                <a:cs typeface="Arial"/>
              </a:defRPr>
            </a:lvl9pPr>
          </a:lstStyle>
          <a:p xmlns:a="http://schemas.openxmlformats.org/drawingml/2006/main">
            <a:pPr algn="l">
              <a:buNone/>
              <a:defRPr sz="1725" b="0">
                <a:solidFill>
                  <a:srgbClr val="152B3C"/>
                </a:solidFill>
                <a:latin typeface="Arial"/>
                <a:ea typeface="Arial"/>
                <a:cs typeface="Arial"/>
              </a:defRPr>
            </a:pPr>
            <a:r>
              <a:rPr sz="1725" b="0">
                <a:solidFill>
                  <a:srgbClr val="152B3C"/>
                </a:solidFill>
                <a:latin typeface="Arial"/>
                <a:ea typeface="Arial"/>
                <a:cs typeface="Arial"/>
              </a:rPr>
              <a:t>Improve question quality and source coverage. Resolve interpretation differences; test on more diverse, independent histories.</a:t>
            </a:r>
          </a:p>
        </p:txBody>
      </p:sp>
      <p:sp>
        <p:nvSpPr>
          <p:cNvPr id="9" name="">
            <a:extLst xmlns:a="http://schemas.openxmlformats.org/drawingml/2006/main">
              <a:ext uri="{FF2B5EF4-FFF2-40B4-BE49-F238E27FC236}">
                <a16:creationId xmlns:a16="http://schemas.microsoft.com/office/drawing/2014/main" id="{735C8F31-9DB3-4788-AE99-D5335408D4D0}"/>
              </a:ext>
            </a:extLst>
          </p:cNvPr>
          <p:cNvSpPr>
            <a:spLocks xmlns:a="http://schemas.openxmlformats.org/drawingml/2006/main" noGrp="1"/>
          </p:cNvSpPr>
          <p:nvPr/>
        </p:nvSpPr>
        <p:spPr>
          <a:xfrm xmlns:a="http://schemas.openxmlformats.org/drawingml/2006/main">
            <a:off x="571500" y="6334125"/>
            <a:ext cx="11049000" cy="9525"/>
          </a:xfrm>
          <a:prstGeom xmlns:a="http://schemas.openxmlformats.org/drawingml/2006/main" prst="rect">
            <a:avLst/>
          </a:prstGeom>
          <a:solidFill xmlns:a="http://schemas.openxmlformats.org/drawingml/2006/main">
            <a:srgbClr val="DCE6E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4B9E33-B0EA-4F99-B7AD-C7515D556759}"/>
              </a:ext>
            </a:extLst>
          </p:cNvPr>
          <p:cNvSpPr>
            <a:spLocks xmlns:a="http://schemas.openxmlformats.org/drawingml/2006/main" noGrp="1"/>
          </p:cNvSpPr>
          <p:nvPr/>
        </p:nvSpPr>
        <p:spPr>
          <a:xfrm xmlns:a="http://schemas.openxmlformats.org/drawingml/2006/main">
            <a:off x="571500" y="6429375"/>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a:solidFill>
                  <a:srgbClr val="536B7C"/>
                </a:solidFill>
                <a:latin typeface="Arial"/>
                <a:ea typeface="Arial"/>
                <a:cs typeface="Arial"/>
              </a:defRPr>
            </a:defPPr>
            <a:lvl1pPr algn="l">
              <a:buNone/>
              <a:defRPr sz="1050" b="0">
                <a:solidFill>
                  <a:srgbClr val="536B7C"/>
                </a:solidFill>
                <a:latin typeface="Arial"/>
                <a:ea typeface="Arial"/>
                <a:cs typeface="Arial"/>
              </a:defRPr>
            </a:lvl1pPr>
            <a:lvl2pPr algn="l">
              <a:buNone/>
              <a:defRPr sz="1050" b="0">
                <a:solidFill>
                  <a:srgbClr val="536B7C"/>
                </a:solidFill>
                <a:latin typeface="Arial"/>
                <a:ea typeface="Arial"/>
                <a:cs typeface="Arial"/>
              </a:defRPr>
            </a:lvl2pPr>
            <a:lvl3pPr algn="l">
              <a:buNone/>
              <a:defRPr sz="1050" b="0">
                <a:solidFill>
                  <a:srgbClr val="536B7C"/>
                </a:solidFill>
                <a:latin typeface="Arial"/>
                <a:ea typeface="Arial"/>
                <a:cs typeface="Arial"/>
              </a:defRPr>
            </a:lvl3pPr>
            <a:lvl4pPr algn="l">
              <a:buNone/>
              <a:defRPr sz="1050" b="0">
                <a:solidFill>
                  <a:srgbClr val="536B7C"/>
                </a:solidFill>
                <a:latin typeface="Arial"/>
                <a:ea typeface="Arial"/>
                <a:cs typeface="Arial"/>
              </a:defRPr>
            </a:lvl4pPr>
            <a:lvl5pPr algn="l">
              <a:buNone/>
              <a:defRPr sz="1050" b="0">
                <a:solidFill>
                  <a:srgbClr val="536B7C"/>
                </a:solidFill>
                <a:latin typeface="Arial"/>
                <a:ea typeface="Arial"/>
                <a:cs typeface="Arial"/>
              </a:defRPr>
            </a:lvl5pPr>
            <a:lvl6pPr algn="l">
              <a:buNone/>
              <a:defRPr sz="1050" b="0">
                <a:solidFill>
                  <a:srgbClr val="536B7C"/>
                </a:solidFill>
                <a:latin typeface="Arial"/>
                <a:ea typeface="Arial"/>
                <a:cs typeface="Arial"/>
              </a:defRPr>
            </a:lvl6pPr>
            <a:lvl7pPr algn="l">
              <a:buNone/>
              <a:defRPr sz="1050" b="0">
                <a:solidFill>
                  <a:srgbClr val="536B7C"/>
                </a:solidFill>
                <a:latin typeface="Arial"/>
                <a:ea typeface="Arial"/>
                <a:cs typeface="Arial"/>
              </a:defRPr>
            </a:lvl7pPr>
            <a:lvl8pPr algn="l">
              <a:buNone/>
              <a:defRPr sz="1050" b="0">
                <a:solidFill>
                  <a:srgbClr val="536B7C"/>
                </a:solidFill>
                <a:latin typeface="Arial"/>
                <a:ea typeface="Arial"/>
                <a:cs typeface="Arial"/>
              </a:defRPr>
            </a:lvl8pPr>
            <a:lvl9pPr algn="l">
              <a:buNone/>
              <a:defRPr sz="1050" b="0">
                <a:solidFill>
                  <a:srgbClr val="536B7C"/>
                </a:solidFill>
                <a:latin typeface="Arial"/>
                <a:ea typeface="Arial"/>
                <a:cs typeface="Arial"/>
              </a:defRPr>
            </a:lvl9pPr>
          </a:lstStyle>
          <a:p xmlns:a="http://schemas.openxmlformats.org/drawingml/2006/main">
            <a:pPr algn="l">
              <a:buNone/>
              <a:defRPr sz="1050" b="0">
                <a:solidFill>
                  <a:srgbClr val="536B7C"/>
                </a:solidFill>
                <a:latin typeface="Arial"/>
                <a:ea typeface="Arial"/>
                <a:cs typeface="Arial"/>
              </a:defRPr>
            </a:pPr>
            <a:r>
              <a:rPr sz="1050" b="0">
                <a:solidFill>
                  <a:srgbClr val="536B7C"/>
                </a:solidFill>
                <a:latin typeface="Arial"/>
                <a:ea typeface="Arial"/>
                <a:cs typeface="Arial"/>
              </a:rPr>
              <a:t>A did not establish a method advantage · repeated cases are related · C covers a selected subset.</a:t>
            </a:r>
          </a:p>
        </p:txBody>
      </p:sp>
    </p:spTree>
    <p:extLst>
      <p:ext uri="{BB962C8B-B14F-4D97-AF65-F5344CB8AC3E}">
        <p14:creationId xmlns:p14="http://schemas.microsoft.com/office/powerpoint/2010/main" val="14704526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2026-10-29T15:26:46.9890000Z</dcterms:created>
  <dcterms:modified xsi:type="dcterms:W3CDTF">2026-10-29T15:26:46.9890000Z</dcterms:modified>
</coreProperties>
</file>